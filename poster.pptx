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0275213" cy="21383625"/>
  <p:notesSz cx="6858000" cy="9144000"/>
  <p:defaultTextStyle>
    <a:defPPr>
      <a:defRPr lang="en-US"/>
    </a:defPPr>
    <a:lvl1pPr marL="0" algn="l" defTabSz="2479578" rtl="0" eaLnBrk="1" latinLnBrk="0" hangingPunct="1">
      <a:defRPr sz="4881" kern="1200">
        <a:solidFill>
          <a:schemeClr val="tx1"/>
        </a:solidFill>
        <a:latin typeface="+mn-lt"/>
        <a:ea typeface="+mn-ea"/>
        <a:cs typeface="+mn-cs"/>
      </a:defRPr>
    </a:lvl1pPr>
    <a:lvl2pPr marL="1239789" algn="l" defTabSz="2479578" rtl="0" eaLnBrk="1" latinLnBrk="0" hangingPunct="1">
      <a:defRPr sz="4881" kern="1200">
        <a:solidFill>
          <a:schemeClr val="tx1"/>
        </a:solidFill>
        <a:latin typeface="+mn-lt"/>
        <a:ea typeface="+mn-ea"/>
        <a:cs typeface="+mn-cs"/>
      </a:defRPr>
    </a:lvl2pPr>
    <a:lvl3pPr marL="2479578" algn="l" defTabSz="2479578" rtl="0" eaLnBrk="1" latinLnBrk="0" hangingPunct="1">
      <a:defRPr sz="4881" kern="1200">
        <a:solidFill>
          <a:schemeClr val="tx1"/>
        </a:solidFill>
        <a:latin typeface="+mn-lt"/>
        <a:ea typeface="+mn-ea"/>
        <a:cs typeface="+mn-cs"/>
      </a:defRPr>
    </a:lvl3pPr>
    <a:lvl4pPr marL="3719368" algn="l" defTabSz="2479578" rtl="0" eaLnBrk="1" latinLnBrk="0" hangingPunct="1">
      <a:defRPr sz="4881" kern="1200">
        <a:solidFill>
          <a:schemeClr val="tx1"/>
        </a:solidFill>
        <a:latin typeface="+mn-lt"/>
        <a:ea typeface="+mn-ea"/>
        <a:cs typeface="+mn-cs"/>
      </a:defRPr>
    </a:lvl4pPr>
    <a:lvl5pPr marL="4959157" algn="l" defTabSz="2479578" rtl="0" eaLnBrk="1" latinLnBrk="0" hangingPunct="1">
      <a:defRPr sz="4881" kern="1200">
        <a:solidFill>
          <a:schemeClr val="tx1"/>
        </a:solidFill>
        <a:latin typeface="+mn-lt"/>
        <a:ea typeface="+mn-ea"/>
        <a:cs typeface="+mn-cs"/>
      </a:defRPr>
    </a:lvl5pPr>
    <a:lvl6pPr marL="6198946" algn="l" defTabSz="2479578" rtl="0" eaLnBrk="1" latinLnBrk="0" hangingPunct="1">
      <a:defRPr sz="4881" kern="1200">
        <a:solidFill>
          <a:schemeClr val="tx1"/>
        </a:solidFill>
        <a:latin typeface="+mn-lt"/>
        <a:ea typeface="+mn-ea"/>
        <a:cs typeface="+mn-cs"/>
      </a:defRPr>
    </a:lvl6pPr>
    <a:lvl7pPr marL="7438735" algn="l" defTabSz="2479578" rtl="0" eaLnBrk="1" latinLnBrk="0" hangingPunct="1">
      <a:defRPr sz="4881" kern="1200">
        <a:solidFill>
          <a:schemeClr val="tx1"/>
        </a:solidFill>
        <a:latin typeface="+mn-lt"/>
        <a:ea typeface="+mn-ea"/>
        <a:cs typeface="+mn-cs"/>
      </a:defRPr>
    </a:lvl7pPr>
    <a:lvl8pPr marL="8678525" algn="l" defTabSz="2479578" rtl="0" eaLnBrk="1" latinLnBrk="0" hangingPunct="1">
      <a:defRPr sz="4881" kern="1200">
        <a:solidFill>
          <a:schemeClr val="tx1"/>
        </a:solidFill>
        <a:latin typeface="+mn-lt"/>
        <a:ea typeface="+mn-ea"/>
        <a:cs typeface="+mn-cs"/>
      </a:defRPr>
    </a:lvl8pPr>
    <a:lvl9pPr marL="9918314" algn="l" defTabSz="2479578"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5" userDrawn="1">
          <p15:clr>
            <a:srgbClr val="A4A3A4"/>
          </p15:clr>
        </p15:guide>
        <p15:guide id="2" pos="282" userDrawn="1">
          <p15:clr>
            <a:srgbClr val="A4A3A4"/>
          </p15:clr>
        </p15:guide>
        <p15:guide id="3" pos="9626" userDrawn="1">
          <p15:clr>
            <a:srgbClr val="A4A3A4"/>
          </p15:clr>
        </p15:guide>
        <p15:guide id="4" pos="18789" userDrawn="1">
          <p15:clr>
            <a:srgbClr val="A4A3A4"/>
          </p15:clr>
        </p15:guide>
        <p15:guide id="5" orient="horz" pos="13176" userDrawn="1">
          <p15:clr>
            <a:srgbClr val="A4A3A4"/>
          </p15:clr>
        </p15:guide>
        <p15:guide id="6" orient="horz" pos="78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79" autoAdjust="0"/>
  </p:normalViewPr>
  <p:slideViewPr>
    <p:cSldViewPr snapToGrid="0" showGuides="1">
      <p:cViewPr>
        <p:scale>
          <a:sx n="50" d="100"/>
          <a:sy n="50" d="100"/>
        </p:scale>
        <p:origin x="355" y="77"/>
      </p:cViewPr>
      <p:guideLst>
        <p:guide orient="horz" pos="1995"/>
        <p:guide pos="282"/>
        <p:guide pos="9626"/>
        <p:guide pos="18789"/>
        <p:guide orient="horz" pos="13176"/>
        <p:guide orient="horz" pos="78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8.8805752775825683E-2"/>
          <c:y val="7.2331250140269671E-2"/>
          <c:w val="0.86042424188841449"/>
          <c:h val="0.7439960392868975"/>
        </c:manualLayout>
      </c:layout>
      <c:lineChart>
        <c:grouping val="standard"/>
        <c:varyColors val="0"/>
        <c:ser>
          <c:idx val="0"/>
          <c:order val="0"/>
          <c:tx>
            <c:strRef>
              <c:f>Sheet1!$B$1</c:f>
              <c:strCache>
                <c:ptCount val="1"/>
                <c:pt idx="0">
                  <c:v>Category 1</c:v>
                </c:pt>
              </c:strCache>
            </c:strRef>
          </c:tx>
          <c:spPr>
            <a:ln w="19050" cmpd="sng">
              <a:solidFill>
                <a:schemeClr val="accent1"/>
              </a:solidFill>
            </a:ln>
            <a:effectLst/>
          </c:spPr>
          <c:marker>
            <c:symbol val="circle"/>
            <c:size val="7"/>
            <c:spPr>
              <a:solidFill>
                <a:schemeClr val="accent1"/>
              </a:solidFill>
              <a:ln w="12700" cmpd="sng">
                <a:solidFill>
                  <a:schemeClr val="bg1"/>
                </a:solidFill>
              </a:ln>
              <a:effectLst/>
            </c:spPr>
          </c:marker>
          <c:cat>
            <c:numRef>
              <c:f>Sheet1!$A$2:$A$8</c:f>
              <c:numCache>
                <c:formatCode>General</c:formatCode>
                <c:ptCount val="7"/>
                <c:pt idx="0">
                  <c:v>2010</c:v>
                </c:pt>
                <c:pt idx="1">
                  <c:v>2011</c:v>
                </c:pt>
                <c:pt idx="2">
                  <c:v>2012</c:v>
                </c:pt>
                <c:pt idx="3">
                  <c:v>2013</c:v>
                </c:pt>
                <c:pt idx="4">
                  <c:v>2014</c:v>
                </c:pt>
                <c:pt idx="5">
                  <c:v>2015</c:v>
                </c:pt>
                <c:pt idx="6">
                  <c:v>2016</c:v>
                </c:pt>
              </c:numCache>
            </c:numRef>
          </c:cat>
          <c:val>
            <c:numRef>
              <c:f>Sheet1!$B$2:$B$8</c:f>
              <c:numCache>
                <c:formatCode>General</c:formatCode>
                <c:ptCount val="7"/>
                <c:pt idx="0">
                  <c:v>56</c:v>
                </c:pt>
                <c:pt idx="1">
                  <c:v>57</c:v>
                </c:pt>
                <c:pt idx="2">
                  <c:v>98</c:v>
                </c:pt>
                <c:pt idx="3">
                  <c:v>65</c:v>
                </c:pt>
                <c:pt idx="4">
                  <c:v>35</c:v>
                </c:pt>
                <c:pt idx="5">
                  <c:v>78</c:v>
                </c:pt>
                <c:pt idx="6">
                  <c:v>68</c:v>
                </c:pt>
              </c:numCache>
            </c:numRef>
          </c:val>
          <c:smooth val="1"/>
          <c:extLst>
            <c:ext xmlns:c16="http://schemas.microsoft.com/office/drawing/2014/chart" uri="{C3380CC4-5D6E-409C-BE32-E72D297353CC}">
              <c16:uniqueId val="{00000000-E6DC-4CCF-BCE8-04F7F6C25225}"/>
            </c:ext>
          </c:extLst>
        </c:ser>
        <c:ser>
          <c:idx val="1"/>
          <c:order val="1"/>
          <c:tx>
            <c:strRef>
              <c:f>Sheet1!$C$1</c:f>
              <c:strCache>
                <c:ptCount val="1"/>
                <c:pt idx="0">
                  <c:v>Category 2</c:v>
                </c:pt>
              </c:strCache>
            </c:strRef>
          </c:tx>
          <c:spPr>
            <a:ln w="19050" cmpd="sng">
              <a:solidFill>
                <a:schemeClr val="accent2"/>
              </a:solidFill>
            </a:ln>
            <a:effectLst/>
          </c:spPr>
          <c:marker>
            <c:symbol val="circle"/>
            <c:size val="8"/>
            <c:spPr>
              <a:solidFill>
                <a:schemeClr val="tx1"/>
              </a:solidFill>
              <a:ln w="12700" cmpd="sng">
                <a:solidFill>
                  <a:schemeClr val="bg1"/>
                </a:solidFill>
              </a:ln>
              <a:effectLst/>
            </c:spPr>
          </c:marker>
          <c:cat>
            <c:numRef>
              <c:f>Sheet1!$A$2:$A$8</c:f>
              <c:numCache>
                <c:formatCode>General</c:formatCode>
                <c:ptCount val="7"/>
                <c:pt idx="0">
                  <c:v>2010</c:v>
                </c:pt>
                <c:pt idx="1">
                  <c:v>2011</c:v>
                </c:pt>
                <c:pt idx="2">
                  <c:v>2012</c:v>
                </c:pt>
                <c:pt idx="3">
                  <c:v>2013</c:v>
                </c:pt>
                <c:pt idx="4">
                  <c:v>2014</c:v>
                </c:pt>
                <c:pt idx="5">
                  <c:v>2015</c:v>
                </c:pt>
                <c:pt idx="6">
                  <c:v>2016</c:v>
                </c:pt>
              </c:numCache>
            </c:numRef>
          </c:cat>
          <c:val>
            <c:numRef>
              <c:f>Sheet1!$C$2:$C$8</c:f>
              <c:numCache>
                <c:formatCode>General</c:formatCode>
                <c:ptCount val="7"/>
                <c:pt idx="0">
                  <c:v>101</c:v>
                </c:pt>
                <c:pt idx="1">
                  <c:v>112</c:v>
                </c:pt>
                <c:pt idx="2">
                  <c:v>67</c:v>
                </c:pt>
                <c:pt idx="3">
                  <c:v>108</c:v>
                </c:pt>
                <c:pt idx="4">
                  <c:v>104</c:v>
                </c:pt>
                <c:pt idx="5">
                  <c:v>112</c:v>
                </c:pt>
                <c:pt idx="6">
                  <c:v>100</c:v>
                </c:pt>
              </c:numCache>
            </c:numRef>
          </c:val>
          <c:smooth val="1"/>
          <c:extLst>
            <c:ext xmlns:c16="http://schemas.microsoft.com/office/drawing/2014/chart" uri="{C3380CC4-5D6E-409C-BE32-E72D297353CC}">
              <c16:uniqueId val="{00000001-E6DC-4CCF-BCE8-04F7F6C25225}"/>
            </c:ext>
          </c:extLst>
        </c:ser>
        <c:dLbls>
          <c:showLegendKey val="0"/>
          <c:showVal val="0"/>
          <c:showCatName val="0"/>
          <c:showSerName val="0"/>
          <c:showPercent val="0"/>
          <c:showBubbleSize val="0"/>
        </c:dLbls>
        <c:marker val="1"/>
        <c:smooth val="0"/>
        <c:axId val="-2065834336"/>
        <c:axId val="-2065831568"/>
      </c:lineChart>
      <c:catAx>
        <c:axId val="-2065834336"/>
        <c:scaling>
          <c:orientation val="minMax"/>
        </c:scaling>
        <c:delete val="0"/>
        <c:axPos val="b"/>
        <c:numFmt formatCode="General" sourceLinked="0"/>
        <c:majorTickMark val="none"/>
        <c:minorTickMark val="none"/>
        <c:tickLblPos val="nextTo"/>
        <c:spPr>
          <a:ln>
            <a:noFill/>
          </a:ln>
        </c:spPr>
        <c:txPr>
          <a:bodyPr/>
          <a:lstStyle/>
          <a:p>
            <a:pPr algn="ctr">
              <a:defRPr/>
            </a:pPr>
            <a:endParaRPr lang="en-US"/>
          </a:p>
        </c:txPr>
        <c:crossAx val="-2065831568"/>
        <c:crosses val="autoZero"/>
        <c:auto val="1"/>
        <c:lblAlgn val="ctr"/>
        <c:lblOffset val="100"/>
        <c:noMultiLvlLbl val="0"/>
      </c:catAx>
      <c:valAx>
        <c:axId val="-2065831568"/>
        <c:scaling>
          <c:orientation val="minMax"/>
        </c:scaling>
        <c:delete val="0"/>
        <c:axPos val="l"/>
        <c:majorGridlines>
          <c:spPr>
            <a:ln w="3175" cmpd="sng">
              <a:solidFill>
                <a:srgbClr val="7F7F7F">
                  <a:alpha val="50000"/>
                </a:srgbClr>
              </a:solidFill>
            </a:ln>
          </c:spPr>
        </c:majorGridlines>
        <c:numFmt formatCode="General" sourceLinked="1"/>
        <c:majorTickMark val="none"/>
        <c:minorTickMark val="none"/>
        <c:tickLblPos val="nextTo"/>
        <c:spPr>
          <a:ln>
            <a:noFill/>
          </a:ln>
        </c:spPr>
        <c:crossAx val="-2065834336"/>
        <c:crosses val="autoZero"/>
        <c:crossBetween val="midCat"/>
      </c:valAx>
      <c:spPr>
        <a:ln w="3175" cmpd="sng">
          <a:solidFill>
            <a:srgbClr val="7F7F7F">
              <a:alpha val="50000"/>
            </a:srgbClr>
          </a:solidFill>
        </a:ln>
      </c:spPr>
    </c:plotArea>
    <c:plotVisOnly val="1"/>
    <c:dispBlanksAs val="gap"/>
    <c:showDLblsOverMax val="0"/>
  </c:chart>
  <c:txPr>
    <a:bodyPr/>
    <a:lstStyle/>
    <a:p>
      <a:pPr>
        <a:defRPr sz="2000" b="0" i="0">
          <a:latin typeface="Roboto" panose="02000000000000000000" pitchFamily="2" charset="0"/>
          <a:ea typeface="Roboto" panose="02000000000000000000" pitchFamily="2" charset="0"/>
          <a:cs typeface="Source Sans Pro Semibold" charset="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2011</c:v>
                </c:pt>
              </c:strCache>
            </c:strRef>
          </c:tx>
          <c:spPr>
            <a:solidFill>
              <a:schemeClr val="accent1"/>
            </a:solidFill>
            <a:ln>
              <a:solidFill>
                <a:schemeClr val="bg1"/>
              </a:solid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5.2</c:v>
                </c:pt>
                <c:pt idx="1">
                  <c:v>4.3</c:v>
                </c:pt>
                <c:pt idx="2">
                  <c:v>5.8</c:v>
                </c:pt>
                <c:pt idx="3">
                  <c:v>6.8</c:v>
                </c:pt>
              </c:numCache>
            </c:numRef>
          </c:val>
          <c:extLst>
            <c:ext xmlns:c16="http://schemas.microsoft.com/office/drawing/2014/chart" uri="{C3380CC4-5D6E-409C-BE32-E72D297353CC}">
              <c16:uniqueId val="{00000000-9682-4C09-A055-BA0228DB4BDA}"/>
            </c:ext>
          </c:extLst>
        </c:ser>
        <c:ser>
          <c:idx val="1"/>
          <c:order val="1"/>
          <c:tx>
            <c:strRef>
              <c:f>Sheet1!$C$1</c:f>
              <c:strCache>
                <c:ptCount val="1"/>
                <c:pt idx="0">
                  <c:v>2012</c:v>
                </c:pt>
              </c:strCache>
            </c:strRef>
          </c:tx>
          <c:spPr>
            <a:solidFill>
              <a:schemeClr val="accent4"/>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4.2</c:v>
                </c:pt>
                <c:pt idx="1">
                  <c:v>3.3</c:v>
                </c:pt>
                <c:pt idx="2">
                  <c:v>4</c:v>
                </c:pt>
                <c:pt idx="3">
                  <c:v>6</c:v>
                </c:pt>
              </c:numCache>
            </c:numRef>
          </c:val>
          <c:extLst>
            <c:ext xmlns:c16="http://schemas.microsoft.com/office/drawing/2014/chart" uri="{C3380CC4-5D6E-409C-BE32-E72D297353CC}">
              <c16:uniqueId val="{00000001-9682-4C09-A055-BA0228DB4BDA}"/>
            </c:ext>
          </c:extLst>
        </c:ser>
        <c:ser>
          <c:idx val="2"/>
          <c:order val="2"/>
          <c:tx>
            <c:strRef>
              <c:f>Sheet1!$D$1</c:f>
              <c:strCache>
                <c:ptCount val="1"/>
                <c:pt idx="0">
                  <c:v>2013</c:v>
                </c:pt>
              </c:strCache>
            </c:strRef>
          </c:tx>
          <c:spPr>
            <a:solidFill>
              <a:schemeClr val="tx1">
                <a:lumMod val="25000"/>
                <a:lumOff val="7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3.5</c:v>
                </c:pt>
                <c:pt idx="1">
                  <c:v>2.2000000000000002</c:v>
                </c:pt>
                <c:pt idx="2">
                  <c:v>3.2</c:v>
                </c:pt>
                <c:pt idx="3">
                  <c:v>5.2</c:v>
                </c:pt>
              </c:numCache>
            </c:numRef>
          </c:val>
          <c:extLst>
            <c:ext xmlns:c16="http://schemas.microsoft.com/office/drawing/2014/chart" uri="{C3380CC4-5D6E-409C-BE32-E72D297353CC}">
              <c16:uniqueId val="{00000002-9682-4C09-A055-BA0228DB4BDA}"/>
            </c:ext>
          </c:extLst>
        </c:ser>
        <c:dLbls>
          <c:showLegendKey val="0"/>
          <c:showVal val="0"/>
          <c:showCatName val="0"/>
          <c:showSerName val="0"/>
          <c:showPercent val="0"/>
          <c:showBubbleSize val="0"/>
        </c:dLbls>
        <c:gapWidth val="200"/>
        <c:axId val="-2068125296"/>
        <c:axId val="-2068122016"/>
      </c:barChart>
      <c:catAx>
        <c:axId val="-2068125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Roboto" panose="02000000000000000000" pitchFamily="2" charset="0"/>
                <a:ea typeface="Roboto" panose="02000000000000000000" pitchFamily="2" charset="0"/>
                <a:cs typeface="+mn-cs"/>
              </a:defRPr>
            </a:pPr>
            <a:endParaRPr lang="en-US"/>
          </a:p>
        </c:txPr>
        <c:crossAx val="-2068122016"/>
        <c:crosses val="autoZero"/>
        <c:auto val="1"/>
        <c:lblAlgn val="ctr"/>
        <c:lblOffset val="100"/>
        <c:noMultiLvlLbl val="0"/>
      </c:catAx>
      <c:valAx>
        <c:axId val="-206812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solidFill>
                <a:latin typeface="Roboto" panose="02000000000000000000" pitchFamily="2" charset="0"/>
                <a:ea typeface="Roboto" panose="02000000000000000000" pitchFamily="2" charset="0"/>
                <a:cs typeface="+mn-cs"/>
              </a:defRPr>
            </a:pPr>
            <a:endParaRPr lang="en-US"/>
          </a:p>
        </c:txPr>
        <c:crossAx val="-2068125296"/>
        <c:crosses val="autoZero"/>
        <c:crossBetween val="between"/>
      </c:valAx>
      <c:spPr>
        <a:noFill/>
        <a:ln>
          <a:noFill/>
        </a:ln>
        <a:effectLst/>
      </c:spPr>
    </c:plotArea>
    <c:plotVisOnly val="1"/>
    <c:dispBlanksAs val="gap"/>
    <c:showDLblsOverMax val="0"/>
  </c:chart>
  <c:spPr>
    <a:noFill/>
    <a:ln>
      <a:noFill/>
    </a:ln>
    <a:effectLst/>
  </c:spPr>
  <c:txPr>
    <a:bodyPr/>
    <a:lstStyle/>
    <a:p>
      <a:pPr>
        <a:defRPr sz="2000">
          <a:solidFill>
            <a:schemeClr val="tx1"/>
          </a:solidFill>
          <a:latin typeface="Roboto" panose="02000000000000000000" pitchFamily="2" charset="0"/>
          <a:ea typeface="Roboto" panose="02000000000000000000"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FD3B-9DAB-73C1-F2A1-A7C4CC98F1F1}"/>
              </a:ext>
            </a:extLst>
          </p:cNvPr>
          <p:cNvSpPr>
            <a:spLocks noGrp="1"/>
          </p:cNvSpPr>
          <p:nvPr>
            <p:ph type="ctrTitle"/>
          </p:nvPr>
        </p:nvSpPr>
        <p:spPr>
          <a:xfrm>
            <a:off x="3784402" y="3499590"/>
            <a:ext cx="22706410" cy="7444669"/>
          </a:xfrm>
        </p:spPr>
        <p:txBody>
          <a:bodyPr anchor="b"/>
          <a:lstStyle>
            <a:lvl1pPr algn="ctr">
              <a:defRPr sz="14899"/>
            </a:lvl1pPr>
          </a:lstStyle>
          <a:p>
            <a:r>
              <a:rPr lang="en-US"/>
              <a:t>Click to edit Master title style</a:t>
            </a:r>
          </a:p>
        </p:txBody>
      </p:sp>
      <p:sp>
        <p:nvSpPr>
          <p:cNvPr id="3" name="Subtitle 2">
            <a:extLst>
              <a:ext uri="{FF2B5EF4-FFF2-40B4-BE49-F238E27FC236}">
                <a16:creationId xmlns:a16="http://schemas.microsoft.com/office/drawing/2014/main" id="{E90CCDF8-A8F1-DB3A-E769-E984AA99F650}"/>
              </a:ext>
            </a:extLst>
          </p:cNvPr>
          <p:cNvSpPr>
            <a:spLocks noGrp="1"/>
          </p:cNvSpPr>
          <p:nvPr>
            <p:ph type="subTitle" idx="1"/>
          </p:nvPr>
        </p:nvSpPr>
        <p:spPr>
          <a:xfrm>
            <a:off x="3784402" y="11231355"/>
            <a:ext cx="22706410" cy="5162758"/>
          </a:xfrm>
        </p:spPr>
        <p:txBody>
          <a:bodyPr/>
          <a:lstStyle>
            <a:lvl1pPr marL="0" indent="0" algn="ctr">
              <a:buNone/>
              <a:defRPr sz="5960"/>
            </a:lvl1pPr>
            <a:lvl2pPr marL="1135319" indent="0" algn="ctr">
              <a:buNone/>
              <a:defRPr sz="4966"/>
            </a:lvl2pPr>
            <a:lvl3pPr marL="2270638" indent="0" algn="ctr">
              <a:buNone/>
              <a:defRPr sz="4470"/>
            </a:lvl3pPr>
            <a:lvl4pPr marL="3405957" indent="0" algn="ctr">
              <a:buNone/>
              <a:defRPr sz="3973"/>
            </a:lvl4pPr>
            <a:lvl5pPr marL="4541276" indent="0" algn="ctr">
              <a:buNone/>
              <a:defRPr sz="3973"/>
            </a:lvl5pPr>
            <a:lvl6pPr marL="5676595" indent="0" algn="ctr">
              <a:buNone/>
              <a:defRPr sz="3973"/>
            </a:lvl6pPr>
            <a:lvl7pPr marL="6811914" indent="0" algn="ctr">
              <a:buNone/>
              <a:defRPr sz="3973"/>
            </a:lvl7pPr>
            <a:lvl8pPr marL="7947233" indent="0" algn="ctr">
              <a:buNone/>
              <a:defRPr sz="3973"/>
            </a:lvl8pPr>
            <a:lvl9pPr marL="9082552" indent="0" algn="ctr">
              <a:buNone/>
              <a:defRPr sz="3973"/>
            </a:lvl9pPr>
          </a:lstStyle>
          <a:p>
            <a:r>
              <a:rPr lang="en-US"/>
              <a:t>Click to edit Master subtitle style</a:t>
            </a:r>
          </a:p>
        </p:txBody>
      </p:sp>
      <p:sp>
        <p:nvSpPr>
          <p:cNvPr id="4" name="Date Placeholder 3">
            <a:extLst>
              <a:ext uri="{FF2B5EF4-FFF2-40B4-BE49-F238E27FC236}">
                <a16:creationId xmlns:a16="http://schemas.microsoft.com/office/drawing/2014/main" id="{AE8CA4C3-96C0-28F2-E4E5-46FBEC522185}"/>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5" name="Footer Placeholder 4">
            <a:extLst>
              <a:ext uri="{FF2B5EF4-FFF2-40B4-BE49-F238E27FC236}">
                <a16:creationId xmlns:a16="http://schemas.microsoft.com/office/drawing/2014/main" id="{6547E3C7-3B2A-630B-4CF2-D1CBA23EC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CA8AE6-2673-D313-E245-05419E72551A}"/>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3413133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847D5-612D-A75D-0CFF-3CF6608673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67DCCD-D566-5491-A69C-C480A92FF6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9BE6A-F14D-E7B8-4E8D-3FB45D65BAB6}"/>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5" name="Footer Placeholder 4">
            <a:extLst>
              <a:ext uri="{FF2B5EF4-FFF2-40B4-BE49-F238E27FC236}">
                <a16:creationId xmlns:a16="http://schemas.microsoft.com/office/drawing/2014/main" id="{CC36FA8C-6718-08F9-78AC-9F54F61C17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B204F2-76A2-E208-DC16-86852D118826}"/>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1309295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6E6D-81B2-39D7-F6CA-1FDB8F3CDF75}"/>
              </a:ext>
            </a:extLst>
          </p:cNvPr>
          <p:cNvSpPr>
            <a:spLocks noGrp="1"/>
          </p:cNvSpPr>
          <p:nvPr>
            <p:ph type="title"/>
          </p:nvPr>
        </p:nvSpPr>
        <p:spPr>
          <a:xfrm>
            <a:off x="2065653" y="5331060"/>
            <a:ext cx="26112371" cy="8894992"/>
          </a:xfrm>
        </p:spPr>
        <p:txBody>
          <a:bodyPr anchor="b"/>
          <a:lstStyle>
            <a:lvl1pPr>
              <a:defRPr sz="14899"/>
            </a:lvl1pPr>
          </a:lstStyle>
          <a:p>
            <a:r>
              <a:rPr lang="en-US"/>
              <a:t>Click to edit Master title style</a:t>
            </a:r>
          </a:p>
        </p:txBody>
      </p:sp>
      <p:sp>
        <p:nvSpPr>
          <p:cNvPr id="3" name="Text Placeholder 2">
            <a:extLst>
              <a:ext uri="{FF2B5EF4-FFF2-40B4-BE49-F238E27FC236}">
                <a16:creationId xmlns:a16="http://schemas.microsoft.com/office/drawing/2014/main" id="{6ECF5A2F-32B2-9E6B-A955-A4B16F9173A8}"/>
              </a:ext>
            </a:extLst>
          </p:cNvPr>
          <p:cNvSpPr>
            <a:spLocks noGrp="1"/>
          </p:cNvSpPr>
          <p:nvPr>
            <p:ph type="body" idx="1"/>
          </p:nvPr>
        </p:nvSpPr>
        <p:spPr>
          <a:xfrm>
            <a:off x="2065653" y="14310202"/>
            <a:ext cx="26112371" cy="4677666"/>
          </a:xfrm>
        </p:spPr>
        <p:txBody>
          <a:bodyPr/>
          <a:lstStyle>
            <a:lvl1pPr marL="0" indent="0">
              <a:buNone/>
              <a:defRPr sz="5960">
                <a:solidFill>
                  <a:schemeClr val="tx1">
                    <a:tint val="82000"/>
                  </a:schemeClr>
                </a:solidFill>
              </a:defRPr>
            </a:lvl1pPr>
            <a:lvl2pPr marL="1135319" indent="0">
              <a:buNone/>
              <a:defRPr sz="4966">
                <a:solidFill>
                  <a:schemeClr val="tx1">
                    <a:tint val="82000"/>
                  </a:schemeClr>
                </a:solidFill>
              </a:defRPr>
            </a:lvl2pPr>
            <a:lvl3pPr marL="2270638" indent="0">
              <a:buNone/>
              <a:defRPr sz="4470">
                <a:solidFill>
                  <a:schemeClr val="tx1">
                    <a:tint val="82000"/>
                  </a:schemeClr>
                </a:solidFill>
              </a:defRPr>
            </a:lvl3pPr>
            <a:lvl4pPr marL="3405957" indent="0">
              <a:buNone/>
              <a:defRPr sz="3973">
                <a:solidFill>
                  <a:schemeClr val="tx1">
                    <a:tint val="82000"/>
                  </a:schemeClr>
                </a:solidFill>
              </a:defRPr>
            </a:lvl4pPr>
            <a:lvl5pPr marL="4541276" indent="0">
              <a:buNone/>
              <a:defRPr sz="3973">
                <a:solidFill>
                  <a:schemeClr val="tx1">
                    <a:tint val="82000"/>
                  </a:schemeClr>
                </a:solidFill>
              </a:defRPr>
            </a:lvl5pPr>
            <a:lvl6pPr marL="5676595" indent="0">
              <a:buNone/>
              <a:defRPr sz="3973">
                <a:solidFill>
                  <a:schemeClr val="tx1">
                    <a:tint val="82000"/>
                  </a:schemeClr>
                </a:solidFill>
              </a:defRPr>
            </a:lvl6pPr>
            <a:lvl7pPr marL="6811914" indent="0">
              <a:buNone/>
              <a:defRPr sz="3973">
                <a:solidFill>
                  <a:schemeClr val="tx1">
                    <a:tint val="82000"/>
                  </a:schemeClr>
                </a:solidFill>
              </a:defRPr>
            </a:lvl7pPr>
            <a:lvl8pPr marL="7947233" indent="0">
              <a:buNone/>
              <a:defRPr sz="3973">
                <a:solidFill>
                  <a:schemeClr val="tx1">
                    <a:tint val="82000"/>
                  </a:schemeClr>
                </a:solidFill>
              </a:defRPr>
            </a:lvl8pPr>
            <a:lvl9pPr marL="9082552" indent="0">
              <a:buNone/>
              <a:defRPr sz="3973">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99D4D6-D434-6ABC-0EB3-841B9677532D}"/>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5" name="Footer Placeholder 4">
            <a:extLst>
              <a:ext uri="{FF2B5EF4-FFF2-40B4-BE49-F238E27FC236}">
                <a16:creationId xmlns:a16="http://schemas.microsoft.com/office/drawing/2014/main" id="{8A3DBF90-D39D-DFEC-874D-EE2BF0579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B8D75-1F9C-EFE9-A353-C7B6DF648589}"/>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371438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3C462-0DF7-5E50-159A-CF6B20B22F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4C5DAB-0B06-1EA5-F146-EF7855DF18E3}"/>
              </a:ext>
            </a:extLst>
          </p:cNvPr>
          <p:cNvSpPr>
            <a:spLocks noGrp="1"/>
          </p:cNvSpPr>
          <p:nvPr>
            <p:ph sz="half" idx="1"/>
          </p:nvPr>
        </p:nvSpPr>
        <p:spPr>
          <a:xfrm>
            <a:off x="2081421"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98EA67-57A7-B107-E7FA-B26FC66F3800}"/>
              </a:ext>
            </a:extLst>
          </p:cNvPr>
          <p:cNvSpPr>
            <a:spLocks noGrp="1"/>
          </p:cNvSpPr>
          <p:nvPr>
            <p:ph sz="half" idx="2"/>
          </p:nvPr>
        </p:nvSpPr>
        <p:spPr>
          <a:xfrm>
            <a:off x="15326826"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08DC1E-40A9-0FB1-43FA-66047720CC26}"/>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6" name="Footer Placeholder 5">
            <a:extLst>
              <a:ext uri="{FF2B5EF4-FFF2-40B4-BE49-F238E27FC236}">
                <a16:creationId xmlns:a16="http://schemas.microsoft.com/office/drawing/2014/main" id="{FADB1DC3-6881-1056-5C71-3580CF5D49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C3E0B9-64DA-E1CA-FC9C-60115307BAFA}"/>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637303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2E2EB-7D63-FD36-F17E-597082AFAFE7}"/>
              </a:ext>
            </a:extLst>
          </p:cNvPr>
          <p:cNvSpPr>
            <a:spLocks noGrp="1"/>
          </p:cNvSpPr>
          <p:nvPr>
            <p:ph type="title"/>
          </p:nvPr>
        </p:nvSpPr>
        <p:spPr>
          <a:xfrm>
            <a:off x="2085364" y="1138482"/>
            <a:ext cx="26112371" cy="4133179"/>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6187BE-772B-DD93-D417-527DCF33677E}"/>
              </a:ext>
            </a:extLst>
          </p:cNvPr>
          <p:cNvSpPr>
            <a:spLocks noGrp="1"/>
          </p:cNvSpPr>
          <p:nvPr>
            <p:ph type="body" idx="1"/>
          </p:nvPr>
        </p:nvSpPr>
        <p:spPr>
          <a:xfrm>
            <a:off x="2085365" y="5241960"/>
            <a:ext cx="12807833" cy="256900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lang="en-US"/>
              <a:t>Click to edit Master text styles</a:t>
            </a:r>
          </a:p>
        </p:txBody>
      </p:sp>
      <p:sp>
        <p:nvSpPr>
          <p:cNvPr id="4" name="Content Placeholder 3">
            <a:extLst>
              <a:ext uri="{FF2B5EF4-FFF2-40B4-BE49-F238E27FC236}">
                <a16:creationId xmlns:a16="http://schemas.microsoft.com/office/drawing/2014/main" id="{AD2CB63A-C1E8-C28C-FA08-AAD1FDB04B48}"/>
              </a:ext>
            </a:extLst>
          </p:cNvPr>
          <p:cNvSpPr>
            <a:spLocks noGrp="1"/>
          </p:cNvSpPr>
          <p:nvPr>
            <p:ph sz="half" idx="2"/>
          </p:nvPr>
        </p:nvSpPr>
        <p:spPr>
          <a:xfrm>
            <a:off x="2085365" y="7810963"/>
            <a:ext cx="1280783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1BEB6A-74CB-239D-86B9-F09D42B18442}"/>
              </a:ext>
            </a:extLst>
          </p:cNvPr>
          <p:cNvSpPr>
            <a:spLocks noGrp="1"/>
          </p:cNvSpPr>
          <p:nvPr>
            <p:ph type="body" sz="quarter" idx="3"/>
          </p:nvPr>
        </p:nvSpPr>
        <p:spPr>
          <a:xfrm>
            <a:off x="15326827" y="5241960"/>
            <a:ext cx="12870909" cy="256900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lang="en-US"/>
              <a:t>Click to edit Master text styles</a:t>
            </a:r>
          </a:p>
        </p:txBody>
      </p:sp>
      <p:sp>
        <p:nvSpPr>
          <p:cNvPr id="6" name="Content Placeholder 5">
            <a:extLst>
              <a:ext uri="{FF2B5EF4-FFF2-40B4-BE49-F238E27FC236}">
                <a16:creationId xmlns:a16="http://schemas.microsoft.com/office/drawing/2014/main" id="{6B58DF46-BAA2-A5D3-4A6E-B7394A16490E}"/>
              </a:ext>
            </a:extLst>
          </p:cNvPr>
          <p:cNvSpPr>
            <a:spLocks noGrp="1"/>
          </p:cNvSpPr>
          <p:nvPr>
            <p:ph sz="quarter" idx="4"/>
          </p:nvPr>
        </p:nvSpPr>
        <p:spPr>
          <a:xfrm>
            <a:off x="15326827" y="7810963"/>
            <a:ext cx="12870909"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62D87E-E487-49BA-07B4-FFC7826067D0}"/>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8" name="Footer Placeholder 7">
            <a:extLst>
              <a:ext uri="{FF2B5EF4-FFF2-40B4-BE49-F238E27FC236}">
                <a16:creationId xmlns:a16="http://schemas.microsoft.com/office/drawing/2014/main" id="{4EC89085-226C-6E33-813D-245901BA31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ACBC35-1478-8418-CD9E-2DCD9BD929F7}"/>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123541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5A481-F285-219C-178D-233F386BEC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90C365-4A89-8761-CB2D-B966C8AB8C9A}"/>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4" name="Footer Placeholder 3">
            <a:extLst>
              <a:ext uri="{FF2B5EF4-FFF2-40B4-BE49-F238E27FC236}">
                <a16:creationId xmlns:a16="http://schemas.microsoft.com/office/drawing/2014/main" id="{69A6BB22-DE74-7E13-ADFC-CF63085D2E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301672-41C5-1502-4FD9-F3803C98D5E4}"/>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402668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153114-3092-1866-A275-815CA573F27E}"/>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3" name="Footer Placeholder 2">
            <a:extLst>
              <a:ext uri="{FF2B5EF4-FFF2-40B4-BE49-F238E27FC236}">
                <a16:creationId xmlns:a16="http://schemas.microsoft.com/office/drawing/2014/main" id="{34C28465-82B4-9A18-1603-02DCE70128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0EAC67-A285-595D-4D22-2BDFF4F1E4F6}"/>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79615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5C3E-6008-6E5C-9CCA-53B19E7D1DFF}"/>
              </a:ext>
            </a:extLst>
          </p:cNvPr>
          <p:cNvSpPr>
            <a:spLocks noGrp="1"/>
          </p:cNvSpPr>
          <p:nvPr>
            <p:ph type="title"/>
          </p:nvPr>
        </p:nvSpPr>
        <p:spPr>
          <a:xfrm>
            <a:off x="2085366" y="1425575"/>
            <a:ext cx="9764543" cy="4989513"/>
          </a:xfrm>
        </p:spPr>
        <p:txBody>
          <a:bodyPr anchor="b"/>
          <a:lstStyle>
            <a:lvl1pPr>
              <a:defRPr sz="7946"/>
            </a:lvl1pPr>
          </a:lstStyle>
          <a:p>
            <a:r>
              <a:rPr lang="en-US"/>
              <a:t>Click to edit Master title style</a:t>
            </a:r>
          </a:p>
        </p:txBody>
      </p:sp>
      <p:sp>
        <p:nvSpPr>
          <p:cNvPr id="3" name="Content Placeholder 2">
            <a:extLst>
              <a:ext uri="{FF2B5EF4-FFF2-40B4-BE49-F238E27FC236}">
                <a16:creationId xmlns:a16="http://schemas.microsoft.com/office/drawing/2014/main" id="{B69E3642-B683-1EF6-CDD4-0BB9BF400840}"/>
              </a:ext>
            </a:extLst>
          </p:cNvPr>
          <p:cNvSpPr>
            <a:spLocks noGrp="1"/>
          </p:cNvSpPr>
          <p:nvPr>
            <p:ph idx="1"/>
          </p:nvPr>
        </p:nvSpPr>
        <p:spPr>
          <a:xfrm>
            <a:off x="12870909" y="3078847"/>
            <a:ext cx="15326827" cy="15196234"/>
          </a:xfrm>
        </p:spPr>
        <p:txBody>
          <a:bodyPr/>
          <a:lstStyle>
            <a:lvl1pPr>
              <a:defRPr sz="7946"/>
            </a:lvl1pPr>
            <a:lvl2pPr>
              <a:defRPr sz="6953"/>
            </a:lvl2pPr>
            <a:lvl3pPr>
              <a:defRPr sz="5960"/>
            </a:lvl3pPr>
            <a:lvl4pPr>
              <a:defRPr sz="4966"/>
            </a:lvl4pPr>
            <a:lvl5pPr>
              <a:defRPr sz="4966"/>
            </a:lvl5pPr>
            <a:lvl6pPr>
              <a:defRPr sz="4966"/>
            </a:lvl6pPr>
            <a:lvl7pPr>
              <a:defRPr sz="4966"/>
            </a:lvl7pPr>
            <a:lvl8pPr>
              <a:defRPr sz="4966"/>
            </a:lvl8pPr>
            <a:lvl9pPr>
              <a:defRPr sz="49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287B1C-0A7D-5BFA-778D-C97AAD537B20}"/>
              </a:ext>
            </a:extLst>
          </p:cNvPr>
          <p:cNvSpPr>
            <a:spLocks noGrp="1"/>
          </p:cNvSpPr>
          <p:nvPr>
            <p:ph type="body" sz="half" idx="2"/>
          </p:nvPr>
        </p:nvSpPr>
        <p:spPr>
          <a:xfrm>
            <a:off x="2085366" y="6415088"/>
            <a:ext cx="9764543" cy="11884743"/>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lang="en-US"/>
              <a:t>Click to edit Master text styles</a:t>
            </a:r>
          </a:p>
        </p:txBody>
      </p:sp>
      <p:sp>
        <p:nvSpPr>
          <p:cNvPr id="5" name="Date Placeholder 4">
            <a:extLst>
              <a:ext uri="{FF2B5EF4-FFF2-40B4-BE49-F238E27FC236}">
                <a16:creationId xmlns:a16="http://schemas.microsoft.com/office/drawing/2014/main" id="{E9CC70B3-F0F2-F8AE-5FC4-F836A908973A}"/>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6" name="Footer Placeholder 5">
            <a:extLst>
              <a:ext uri="{FF2B5EF4-FFF2-40B4-BE49-F238E27FC236}">
                <a16:creationId xmlns:a16="http://schemas.microsoft.com/office/drawing/2014/main" id="{CA414246-574E-AB95-71A4-AB68986FAA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A35968-4B21-4E0F-4176-7A86D545A2B1}"/>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4060292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05FEC-4B98-268B-6D0A-C14C04476FF8}"/>
              </a:ext>
            </a:extLst>
          </p:cNvPr>
          <p:cNvSpPr>
            <a:spLocks noGrp="1"/>
          </p:cNvSpPr>
          <p:nvPr>
            <p:ph type="title"/>
          </p:nvPr>
        </p:nvSpPr>
        <p:spPr>
          <a:xfrm>
            <a:off x="2085366" y="1425575"/>
            <a:ext cx="9764543" cy="4989513"/>
          </a:xfrm>
        </p:spPr>
        <p:txBody>
          <a:bodyPr anchor="b"/>
          <a:lstStyle>
            <a:lvl1pPr>
              <a:defRPr sz="7946"/>
            </a:lvl1pPr>
          </a:lstStyle>
          <a:p>
            <a:r>
              <a:rPr lang="en-US"/>
              <a:t>Click to edit Master title style</a:t>
            </a:r>
          </a:p>
        </p:txBody>
      </p:sp>
      <p:sp>
        <p:nvSpPr>
          <p:cNvPr id="3" name="Picture Placeholder 2">
            <a:extLst>
              <a:ext uri="{FF2B5EF4-FFF2-40B4-BE49-F238E27FC236}">
                <a16:creationId xmlns:a16="http://schemas.microsoft.com/office/drawing/2014/main" id="{27F88C01-A941-9B00-D9F2-5C004C90257D}"/>
              </a:ext>
            </a:extLst>
          </p:cNvPr>
          <p:cNvSpPr>
            <a:spLocks noGrp="1"/>
          </p:cNvSpPr>
          <p:nvPr>
            <p:ph type="pic" idx="1"/>
          </p:nvPr>
        </p:nvSpPr>
        <p:spPr>
          <a:xfrm>
            <a:off x="12870909" y="3078847"/>
            <a:ext cx="15326827" cy="15196234"/>
          </a:xfrm>
        </p:spPr>
        <p:txBody>
          <a:bodyPr/>
          <a:lstStyle>
            <a:lvl1pPr marL="0" indent="0">
              <a:buNone/>
              <a:defRPr sz="7946"/>
            </a:lvl1pPr>
            <a:lvl2pPr marL="1135319" indent="0">
              <a:buNone/>
              <a:defRPr sz="6953"/>
            </a:lvl2pPr>
            <a:lvl3pPr marL="2270638" indent="0">
              <a:buNone/>
              <a:defRPr sz="5960"/>
            </a:lvl3pPr>
            <a:lvl4pPr marL="3405957" indent="0">
              <a:buNone/>
              <a:defRPr sz="4966"/>
            </a:lvl4pPr>
            <a:lvl5pPr marL="4541276" indent="0">
              <a:buNone/>
              <a:defRPr sz="4966"/>
            </a:lvl5pPr>
            <a:lvl6pPr marL="5676595" indent="0">
              <a:buNone/>
              <a:defRPr sz="4966"/>
            </a:lvl6pPr>
            <a:lvl7pPr marL="6811914" indent="0">
              <a:buNone/>
              <a:defRPr sz="4966"/>
            </a:lvl7pPr>
            <a:lvl8pPr marL="7947233" indent="0">
              <a:buNone/>
              <a:defRPr sz="4966"/>
            </a:lvl8pPr>
            <a:lvl9pPr marL="9082552" indent="0">
              <a:buNone/>
              <a:defRPr sz="4966"/>
            </a:lvl9pPr>
          </a:lstStyle>
          <a:p>
            <a:endParaRPr lang="en-US"/>
          </a:p>
        </p:txBody>
      </p:sp>
      <p:sp>
        <p:nvSpPr>
          <p:cNvPr id="4" name="Text Placeholder 3">
            <a:extLst>
              <a:ext uri="{FF2B5EF4-FFF2-40B4-BE49-F238E27FC236}">
                <a16:creationId xmlns:a16="http://schemas.microsoft.com/office/drawing/2014/main" id="{799E7260-CCAA-ADAA-C6DB-95BCF3864374}"/>
              </a:ext>
            </a:extLst>
          </p:cNvPr>
          <p:cNvSpPr>
            <a:spLocks noGrp="1"/>
          </p:cNvSpPr>
          <p:nvPr>
            <p:ph type="body" sz="half" idx="2"/>
          </p:nvPr>
        </p:nvSpPr>
        <p:spPr>
          <a:xfrm>
            <a:off x="2085366" y="6415088"/>
            <a:ext cx="9764543" cy="11884743"/>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lang="en-US"/>
              <a:t>Click to edit Master text styles</a:t>
            </a:r>
          </a:p>
        </p:txBody>
      </p:sp>
      <p:sp>
        <p:nvSpPr>
          <p:cNvPr id="5" name="Date Placeholder 4">
            <a:extLst>
              <a:ext uri="{FF2B5EF4-FFF2-40B4-BE49-F238E27FC236}">
                <a16:creationId xmlns:a16="http://schemas.microsoft.com/office/drawing/2014/main" id="{21F2A759-C84A-5250-3E5A-33BEC6FCC0C2}"/>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6" name="Footer Placeholder 5">
            <a:extLst>
              <a:ext uri="{FF2B5EF4-FFF2-40B4-BE49-F238E27FC236}">
                <a16:creationId xmlns:a16="http://schemas.microsoft.com/office/drawing/2014/main" id="{3FC4F04A-B614-AD34-1AA0-3F7BEF8917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958483-303B-04C8-E52D-62E872DB0171}"/>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003854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A02FA-EB38-276E-D898-226BADFED0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8AFF57-FDE8-467A-65A6-AE33BF96C5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5A4FD0-CA7D-EEBB-AD29-209286955BF4}"/>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5" name="Footer Placeholder 4">
            <a:extLst>
              <a:ext uri="{FF2B5EF4-FFF2-40B4-BE49-F238E27FC236}">
                <a16:creationId xmlns:a16="http://schemas.microsoft.com/office/drawing/2014/main" id="{065984FF-3BCD-9D8A-5615-FBB7504D7F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E43AC6-882C-5F98-9EBB-89DA90F4F04F}"/>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08572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FDB7AB-ABC4-68AA-B0D8-E54E3655C626}"/>
              </a:ext>
            </a:extLst>
          </p:cNvPr>
          <p:cNvSpPr>
            <a:spLocks noGrp="1"/>
          </p:cNvSpPr>
          <p:nvPr>
            <p:ph type="title" orient="vert"/>
          </p:nvPr>
        </p:nvSpPr>
        <p:spPr>
          <a:xfrm>
            <a:off x="21665699" y="1138480"/>
            <a:ext cx="6528093" cy="1812163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5FAEE0-36F0-7FE3-AC1F-E2ADD5600196}"/>
              </a:ext>
            </a:extLst>
          </p:cNvPr>
          <p:cNvSpPr>
            <a:spLocks noGrp="1"/>
          </p:cNvSpPr>
          <p:nvPr>
            <p:ph type="body" orient="vert" idx="1"/>
          </p:nvPr>
        </p:nvSpPr>
        <p:spPr>
          <a:xfrm>
            <a:off x="2081421" y="1138480"/>
            <a:ext cx="19205838"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0A466-D090-DF2B-3F18-AEEE84FA97B5}"/>
              </a:ext>
            </a:extLst>
          </p:cNvPr>
          <p:cNvSpPr>
            <a:spLocks noGrp="1"/>
          </p:cNvSpPr>
          <p:nvPr>
            <p:ph type="dt" sz="half" idx="10"/>
          </p:nvPr>
        </p:nvSpPr>
        <p:spPr/>
        <p:txBody>
          <a:bodyPr/>
          <a:lstStyle/>
          <a:p>
            <a:fld id="{6FC0B953-D46D-4D2E-9843-C4483CF37FBB}" type="datetimeFigureOut">
              <a:rPr lang="en-US" smtClean="0"/>
              <a:t>8/19/2026</a:t>
            </a:fld>
            <a:endParaRPr lang="en-US"/>
          </a:p>
        </p:txBody>
      </p:sp>
      <p:sp>
        <p:nvSpPr>
          <p:cNvPr id="5" name="Footer Placeholder 4">
            <a:extLst>
              <a:ext uri="{FF2B5EF4-FFF2-40B4-BE49-F238E27FC236}">
                <a16:creationId xmlns:a16="http://schemas.microsoft.com/office/drawing/2014/main" id="{3B7339FB-03C0-4EAE-6FFC-08423B52AB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EED97-7117-6497-4990-A2FE999CC842}"/>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221298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0E0B22-A89A-5973-E2DD-484FFBF406CC}"/>
              </a:ext>
            </a:extLst>
          </p:cNvPr>
          <p:cNvSpPr>
            <a:spLocks noGrp="1"/>
          </p:cNvSpPr>
          <p:nvPr>
            <p:ph type="title"/>
          </p:nvPr>
        </p:nvSpPr>
        <p:spPr>
          <a:xfrm>
            <a:off x="2081421" y="1138482"/>
            <a:ext cx="26112371" cy="413317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84D9E5-D5A3-E8B7-978C-BD51F2F5951A}"/>
              </a:ext>
            </a:extLst>
          </p:cNvPr>
          <p:cNvSpPr>
            <a:spLocks noGrp="1"/>
          </p:cNvSpPr>
          <p:nvPr>
            <p:ph type="body" idx="1"/>
          </p:nvPr>
        </p:nvSpPr>
        <p:spPr>
          <a:xfrm>
            <a:off x="2081421" y="5692400"/>
            <a:ext cx="26112371"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E71214-3195-344B-A339-2D736B3F63E5}"/>
              </a:ext>
            </a:extLst>
          </p:cNvPr>
          <p:cNvSpPr>
            <a:spLocks noGrp="1"/>
          </p:cNvSpPr>
          <p:nvPr>
            <p:ph type="dt" sz="half" idx="2"/>
          </p:nvPr>
        </p:nvSpPr>
        <p:spPr>
          <a:xfrm>
            <a:off x="2081421" y="19819454"/>
            <a:ext cx="6811923" cy="1138480"/>
          </a:xfrm>
          <a:prstGeom prst="rect">
            <a:avLst/>
          </a:prstGeom>
        </p:spPr>
        <p:txBody>
          <a:bodyPr vert="horz" lIns="91440" tIns="45720" rIns="91440" bIns="45720" rtlCol="0" anchor="ctr"/>
          <a:lstStyle>
            <a:lvl1pPr algn="l">
              <a:defRPr sz="2980">
                <a:solidFill>
                  <a:schemeClr val="tx1">
                    <a:tint val="82000"/>
                  </a:schemeClr>
                </a:solidFill>
              </a:defRPr>
            </a:lvl1pPr>
          </a:lstStyle>
          <a:p>
            <a:fld id="{6FC0B953-D46D-4D2E-9843-C4483CF37FBB}" type="datetimeFigureOut">
              <a:rPr lang="en-US" smtClean="0"/>
              <a:t>8/19/2026</a:t>
            </a:fld>
            <a:endParaRPr lang="en-US"/>
          </a:p>
        </p:txBody>
      </p:sp>
      <p:sp>
        <p:nvSpPr>
          <p:cNvPr id="5" name="Footer Placeholder 4">
            <a:extLst>
              <a:ext uri="{FF2B5EF4-FFF2-40B4-BE49-F238E27FC236}">
                <a16:creationId xmlns:a16="http://schemas.microsoft.com/office/drawing/2014/main" id="{EDFBEE76-988C-4401-4A66-CBB1DBC99EDB}"/>
              </a:ext>
            </a:extLst>
          </p:cNvPr>
          <p:cNvSpPr>
            <a:spLocks noGrp="1"/>
          </p:cNvSpPr>
          <p:nvPr>
            <p:ph type="ftr" sz="quarter" idx="3"/>
          </p:nvPr>
        </p:nvSpPr>
        <p:spPr>
          <a:xfrm>
            <a:off x="10028665" y="19819454"/>
            <a:ext cx="10217884" cy="1138480"/>
          </a:xfrm>
          <a:prstGeom prst="rect">
            <a:avLst/>
          </a:prstGeom>
        </p:spPr>
        <p:txBody>
          <a:bodyPr vert="horz" lIns="91440" tIns="45720" rIns="91440" bIns="45720" rtlCol="0" anchor="ctr"/>
          <a:lstStyle>
            <a:lvl1pPr algn="ctr">
              <a:defRPr sz="298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858F0B-A953-CEEE-EC5C-1D1615E6E194}"/>
              </a:ext>
            </a:extLst>
          </p:cNvPr>
          <p:cNvSpPr>
            <a:spLocks noGrp="1"/>
          </p:cNvSpPr>
          <p:nvPr>
            <p:ph type="sldNum" sz="quarter" idx="4"/>
          </p:nvPr>
        </p:nvSpPr>
        <p:spPr>
          <a:xfrm>
            <a:off x="21381869" y="19819454"/>
            <a:ext cx="6811923" cy="1138480"/>
          </a:xfrm>
          <a:prstGeom prst="rect">
            <a:avLst/>
          </a:prstGeom>
        </p:spPr>
        <p:txBody>
          <a:bodyPr vert="horz" lIns="91440" tIns="45720" rIns="91440" bIns="45720" rtlCol="0" anchor="ctr"/>
          <a:lstStyle>
            <a:lvl1pPr algn="r">
              <a:defRPr sz="2980">
                <a:solidFill>
                  <a:schemeClr val="tx1">
                    <a:tint val="82000"/>
                  </a:schemeClr>
                </a:solidFill>
              </a:defRPr>
            </a:lvl1pPr>
          </a:lstStyle>
          <a:p>
            <a:fld id="{1FCDF8B1-6973-470E-AB28-235CA0F474B3}" type="slidenum">
              <a:rPr lang="en-US" smtClean="0"/>
              <a:t>‹#›</a:t>
            </a:fld>
            <a:endParaRPr lang="en-US"/>
          </a:p>
        </p:txBody>
      </p:sp>
    </p:spTree>
    <p:extLst>
      <p:ext uri="{BB962C8B-B14F-4D97-AF65-F5344CB8AC3E}">
        <p14:creationId xmlns:p14="http://schemas.microsoft.com/office/powerpoint/2010/main" val="1645321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270638" rtl="0" eaLnBrk="1" latinLnBrk="0" hangingPunct="1">
        <a:lnSpc>
          <a:spcPct val="90000"/>
        </a:lnSpc>
        <a:spcBef>
          <a:spcPct val="0"/>
        </a:spcBef>
        <a:buNone/>
        <a:defRPr sz="10926" kern="1200">
          <a:solidFill>
            <a:schemeClr val="tx1"/>
          </a:solidFill>
          <a:latin typeface="+mj-lt"/>
          <a:ea typeface="+mj-ea"/>
          <a:cs typeface="+mj-cs"/>
        </a:defRPr>
      </a:lvl1pPr>
    </p:titleStyle>
    <p:bodyStyle>
      <a:lvl1pPr marL="567660" indent="-567660" algn="l" defTabSz="2270638" rtl="0" eaLnBrk="1" latinLnBrk="0" hangingPunct="1">
        <a:lnSpc>
          <a:spcPct val="90000"/>
        </a:lnSpc>
        <a:spcBef>
          <a:spcPts val="2483"/>
        </a:spcBef>
        <a:buFont typeface="Arial" panose="020B0604020202020204" pitchFamily="34" charset="0"/>
        <a:buChar char="•"/>
        <a:defRPr sz="6953" kern="1200">
          <a:solidFill>
            <a:schemeClr val="tx1"/>
          </a:solidFill>
          <a:latin typeface="+mn-lt"/>
          <a:ea typeface="+mn-ea"/>
          <a:cs typeface="+mn-cs"/>
        </a:defRPr>
      </a:lvl1pPr>
      <a:lvl2pPr marL="1702979" indent="-567660" algn="l" defTabSz="2270638" rtl="0" eaLnBrk="1" latinLnBrk="0" hangingPunct="1">
        <a:lnSpc>
          <a:spcPct val="90000"/>
        </a:lnSpc>
        <a:spcBef>
          <a:spcPts val="1242"/>
        </a:spcBef>
        <a:buFont typeface="Arial" panose="020B0604020202020204" pitchFamily="34" charset="0"/>
        <a:buChar char="•"/>
        <a:defRPr sz="5960" kern="1200">
          <a:solidFill>
            <a:schemeClr val="tx1"/>
          </a:solidFill>
          <a:latin typeface="+mn-lt"/>
          <a:ea typeface="+mn-ea"/>
          <a:cs typeface="+mn-cs"/>
        </a:defRPr>
      </a:lvl2pPr>
      <a:lvl3pPr marL="2838298" indent="-567660" algn="l" defTabSz="2270638" rtl="0" eaLnBrk="1" latinLnBrk="0" hangingPunct="1">
        <a:lnSpc>
          <a:spcPct val="90000"/>
        </a:lnSpc>
        <a:spcBef>
          <a:spcPts val="1242"/>
        </a:spcBef>
        <a:buFont typeface="Arial" panose="020B0604020202020204" pitchFamily="34" charset="0"/>
        <a:buChar char="•"/>
        <a:defRPr sz="4966" kern="1200">
          <a:solidFill>
            <a:schemeClr val="tx1"/>
          </a:solidFill>
          <a:latin typeface="+mn-lt"/>
          <a:ea typeface="+mn-ea"/>
          <a:cs typeface="+mn-cs"/>
        </a:defRPr>
      </a:lvl3pPr>
      <a:lvl4pPr marL="3973617"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4pPr>
      <a:lvl5pPr marL="5108936"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5pPr>
      <a:lvl6pPr marL="6244255"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6pPr>
      <a:lvl7pPr marL="7379574"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7pPr>
      <a:lvl8pPr marL="8514893"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8pPr>
      <a:lvl9pPr marL="9650212"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9pPr>
    </p:bodyStyle>
    <p:otherStyle>
      <a:defPPr>
        <a:defRPr lang="en-US"/>
      </a:defPPr>
      <a:lvl1pPr marL="0" algn="l" defTabSz="2270638" rtl="0" eaLnBrk="1" latinLnBrk="0" hangingPunct="1">
        <a:defRPr sz="4470" kern="1200">
          <a:solidFill>
            <a:schemeClr val="tx1"/>
          </a:solidFill>
          <a:latin typeface="+mn-lt"/>
          <a:ea typeface="+mn-ea"/>
          <a:cs typeface="+mn-cs"/>
        </a:defRPr>
      </a:lvl1pPr>
      <a:lvl2pPr marL="1135319" algn="l" defTabSz="2270638" rtl="0" eaLnBrk="1" latinLnBrk="0" hangingPunct="1">
        <a:defRPr sz="4470" kern="1200">
          <a:solidFill>
            <a:schemeClr val="tx1"/>
          </a:solidFill>
          <a:latin typeface="+mn-lt"/>
          <a:ea typeface="+mn-ea"/>
          <a:cs typeface="+mn-cs"/>
        </a:defRPr>
      </a:lvl2pPr>
      <a:lvl3pPr marL="2270638" algn="l" defTabSz="2270638" rtl="0" eaLnBrk="1" latinLnBrk="0" hangingPunct="1">
        <a:defRPr sz="4470" kern="1200">
          <a:solidFill>
            <a:schemeClr val="tx1"/>
          </a:solidFill>
          <a:latin typeface="+mn-lt"/>
          <a:ea typeface="+mn-ea"/>
          <a:cs typeface="+mn-cs"/>
        </a:defRPr>
      </a:lvl3pPr>
      <a:lvl4pPr marL="3405957" algn="l" defTabSz="2270638" rtl="0" eaLnBrk="1" latinLnBrk="0" hangingPunct="1">
        <a:defRPr sz="4470" kern="1200">
          <a:solidFill>
            <a:schemeClr val="tx1"/>
          </a:solidFill>
          <a:latin typeface="+mn-lt"/>
          <a:ea typeface="+mn-ea"/>
          <a:cs typeface="+mn-cs"/>
        </a:defRPr>
      </a:lvl4pPr>
      <a:lvl5pPr marL="4541276" algn="l" defTabSz="2270638" rtl="0" eaLnBrk="1" latinLnBrk="0" hangingPunct="1">
        <a:defRPr sz="4470" kern="1200">
          <a:solidFill>
            <a:schemeClr val="tx1"/>
          </a:solidFill>
          <a:latin typeface="+mn-lt"/>
          <a:ea typeface="+mn-ea"/>
          <a:cs typeface="+mn-cs"/>
        </a:defRPr>
      </a:lvl5pPr>
      <a:lvl6pPr marL="5676595" algn="l" defTabSz="2270638" rtl="0" eaLnBrk="1" latinLnBrk="0" hangingPunct="1">
        <a:defRPr sz="4470" kern="1200">
          <a:solidFill>
            <a:schemeClr val="tx1"/>
          </a:solidFill>
          <a:latin typeface="+mn-lt"/>
          <a:ea typeface="+mn-ea"/>
          <a:cs typeface="+mn-cs"/>
        </a:defRPr>
      </a:lvl6pPr>
      <a:lvl7pPr marL="6811914" algn="l" defTabSz="2270638" rtl="0" eaLnBrk="1" latinLnBrk="0" hangingPunct="1">
        <a:defRPr sz="4470" kern="1200">
          <a:solidFill>
            <a:schemeClr val="tx1"/>
          </a:solidFill>
          <a:latin typeface="+mn-lt"/>
          <a:ea typeface="+mn-ea"/>
          <a:cs typeface="+mn-cs"/>
        </a:defRPr>
      </a:lvl7pPr>
      <a:lvl8pPr marL="7947233" algn="l" defTabSz="2270638" rtl="0" eaLnBrk="1" latinLnBrk="0" hangingPunct="1">
        <a:defRPr sz="4470" kern="1200">
          <a:solidFill>
            <a:schemeClr val="tx1"/>
          </a:solidFill>
          <a:latin typeface="+mn-lt"/>
          <a:ea typeface="+mn-ea"/>
          <a:cs typeface="+mn-cs"/>
        </a:defRPr>
      </a:lvl8pPr>
      <a:lvl9pPr marL="9082552" algn="l" defTabSz="2270638" rtl="0" eaLnBrk="1" latinLnBrk="0" hangingPunct="1">
        <a:defRPr sz="44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C00DE77B-220B-7C90-BD26-40381BDFE66A}"/>
              </a:ext>
            </a:extLst>
          </p:cNvPr>
          <p:cNvSpPr/>
          <p:nvPr/>
        </p:nvSpPr>
        <p:spPr>
          <a:xfrm>
            <a:off x="447675" y="11177952"/>
            <a:ext cx="11791217"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descr="arrows sequence to the right">
            <a:extLst>
              <a:ext uri="{FF2B5EF4-FFF2-40B4-BE49-F238E27FC236}">
                <a16:creationId xmlns:a16="http://schemas.microsoft.com/office/drawing/2014/main" id="{4E61C209-F798-674F-714E-87B8F8B1B931}"/>
              </a:ext>
            </a:extLst>
          </p:cNvPr>
          <p:cNvGrpSpPr/>
          <p:nvPr/>
        </p:nvGrpSpPr>
        <p:grpSpPr>
          <a:xfrm>
            <a:off x="874413" y="12420419"/>
            <a:ext cx="10895555" cy="1814624"/>
            <a:chOff x="528638" y="6762751"/>
            <a:chExt cx="2833687" cy="771524"/>
          </a:xfrm>
        </p:grpSpPr>
        <p:sp>
          <p:nvSpPr>
            <p:cNvPr id="38" name="Freeform 12">
              <a:extLst>
                <a:ext uri="{FF2B5EF4-FFF2-40B4-BE49-F238E27FC236}">
                  <a16:creationId xmlns:a16="http://schemas.microsoft.com/office/drawing/2014/main" id="{35900C3A-C33F-80BA-E73B-C59D944EF85D}"/>
                </a:ext>
                <a:ext uri="{C183D7F6-B498-43B3-948B-1728B52AA6E4}">
                  <adec:decorative xmlns:adec="http://schemas.microsoft.com/office/drawing/2017/decorative" val="1"/>
                </a:ext>
              </a:extLst>
            </p:cNvPr>
            <p:cNvSpPr>
              <a:spLocks/>
            </p:cNvSpPr>
            <p:nvPr/>
          </p:nvSpPr>
          <p:spPr bwMode="auto">
            <a:xfrm>
              <a:off x="2506663" y="6762751"/>
              <a:ext cx="839788" cy="768350"/>
            </a:xfrm>
            <a:custGeom>
              <a:avLst/>
              <a:gdLst>
                <a:gd name="T0" fmla="*/ 414 w 529"/>
                <a:gd name="T1" fmla="*/ 484 h 484"/>
                <a:gd name="T2" fmla="*/ 0 w 529"/>
                <a:gd name="T3" fmla="*/ 484 h 484"/>
                <a:gd name="T4" fmla="*/ 0 w 529"/>
                <a:gd name="T5" fmla="*/ 0 h 484"/>
                <a:gd name="T6" fmla="*/ 414 w 529"/>
                <a:gd name="T7" fmla="*/ 0 h 484"/>
                <a:gd name="T8" fmla="*/ 529 w 529"/>
                <a:gd name="T9" fmla="*/ 242 h 484"/>
                <a:gd name="T10" fmla="*/ 414 w 529"/>
                <a:gd name="T11" fmla="*/ 484 h 484"/>
              </a:gdLst>
              <a:ahLst/>
              <a:cxnLst>
                <a:cxn ang="0">
                  <a:pos x="T0" y="T1"/>
                </a:cxn>
                <a:cxn ang="0">
                  <a:pos x="T2" y="T3"/>
                </a:cxn>
                <a:cxn ang="0">
                  <a:pos x="T4" y="T5"/>
                </a:cxn>
                <a:cxn ang="0">
                  <a:pos x="T6" y="T7"/>
                </a:cxn>
                <a:cxn ang="0">
                  <a:pos x="T8" y="T9"/>
                </a:cxn>
                <a:cxn ang="0">
                  <a:pos x="T10" y="T11"/>
                </a:cxn>
              </a:cxnLst>
              <a:rect l="0" t="0" r="r" b="b"/>
              <a:pathLst>
                <a:path w="529" h="484">
                  <a:moveTo>
                    <a:pt x="414" y="484"/>
                  </a:moveTo>
                  <a:lnTo>
                    <a:pt x="0" y="484"/>
                  </a:lnTo>
                  <a:lnTo>
                    <a:pt x="0" y="0"/>
                  </a:lnTo>
                  <a:lnTo>
                    <a:pt x="414" y="0"/>
                  </a:lnTo>
                  <a:lnTo>
                    <a:pt x="529" y="242"/>
                  </a:lnTo>
                  <a:lnTo>
                    <a:pt x="414" y="484"/>
                  </a:lnTo>
                  <a:close/>
                </a:path>
              </a:pathLst>
            </a:custGeom>
            <a:solidFill>
              <a:schemeClr val="accent1">
                <a:lumMod val="60000"/>
                <a:lumOff val="40000"/>
              </a:schemeClr>
            </a:solidFill>
            <a:ln w="12700">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39" name="Freeform 18">
              <a:extLst>
                <a:ext uri="{FF2B5EF4-FFF2-40B4-BE49-F238E27FC236}">
                  <a16:creationId xmlns:a16="http://schemas.microsoft.com/office/drawing/2014/main" id="{551C6DD4-9EE5-B46F-3851-731F22F0C63C}"/>
                </a:ext>
                <a:ext uri="{C183D7F6-B498-43B3-948B-1728B52AA6E4}">
                  <adec:decorative xmlns:adec="http://schemas.microsoft.com/office/drawing/2017/decorative" val="1"/>
                </a:ext>
              </a:extLst>
            </p:cNvPr>
            <p:cNvSpPr>
              <a:spLocks/>
            </p:cNvSpPr>
            <p:nvPr/>
          </p:nvSpPr>
          <p:spPr bwMode="auto">
            <a:xfrm>
              <a:off x="1847851" y="6762751"/>
              <a:ext cx="838200" cy="768350"/>
            </a:xfrm>
            <a:custGeom>
              <a:avLst/>
              <a:gdLst>
                <a:gd name="T0" fmla="*/ 415 w 528"/>
                <a:gd name="T1" fmla="*/ 484 h 484"/>
                <a:gd name="T2" fmla="*/ 0 w 528"/>
                <a:gd name="T3" fmla="*/ 484 h 484"/>
                <a:gd name="T4" fmla="*/ 0 w 528"/>
                <a:gd name="T5" fmla="*/ 0 h 484"/>
                <a:gd name="T6" fmla="*/ 415 w 528"/>
                <a:gd name="T7" fmla="*/ 0 h 484"/>
                <a:gd name="T8" fmla="*/ 528 w 528"/>
                <a:gd name="T9" fmla="*/ 242 h 484"/>
                <a:gd name="T10" fmla="*/ 415 w 528"/>
                <a:gd name="T11" fmla="*/ 484 h 484"/>
              </a:gdLst>
              <a:ahLst/>
              <a:cxnLst>
                <a:cxn ang="0">
                  <a:pos x="T0" y="T1"/>
                </a:cxn>
                <a:cxn ang="0">
                  <a:pos x="T2" y="T3"/>
                </a:cxn>
                <a:cxn ang="0">
                  <a:pos x="T4" y="T5"/>
                </a:cxn>
                <a:cxn ang="0">
                  <a:pos x="T6" y="T7"/>
                </a:cxn>
                <a:cxn ang="0">
                  <a:pos x="T8" y="T9"/>
                </a:cxn>
                <a:cxn ang="0">
                  <a:pos x="T10" y="T11"/>
                </a:cxn>
              </a:cxnLst>
              <a:rect l="0" t="0" r="r" b="b"/>
              <a:pathLst>
                <a:path w="528" h="484">
                  <a:moveTo>
                    <a:pt x="415" y="484"/>
                  </a:moveTo>
                  <a:lnTo>
                    <a:pt x="0" y="484"/>
                  </a:lnTo>
                  <a:lnTo>
                    <a:pt x="0" y="0"/>
                  </a:lnTo>
                  <a:lnTo>
                    <a:pt x="415" y="0"/>
                  </a:lnTo>
                  <a:lnTo>
                    <a:pt x="528" y="242"/>
                  </a:lnTo>
                  <a:lnTo>
                    <a:pt x="415" y="484"/>
                  </a:lnTo>
                  <a:close/>
                </a:path>
              </a:pathLst>
            </a:custGeom>
            <a:solidFill>
              <a:schemeClr val="accent1"/>
            </a:solidFill>
            <a:ln w="12700">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40" name="Freeform 24">
              <a:extLst>
                <a:ext uri="{FF2B5EF4-FFF2-40B4-BE49-F238E27FC236}">
                  <a16:creationId xmlns:a16="http://schemas.microsoft.com/office/drawing/2014/main" id="{EEC55DF9-DCA2-D81B-F6B6-2116E92D690A}"/>
                </a:ext>
                <a:ext uri="{C183D7F6-B498-43B3-948B-1728B52AA6E4}">
                  <adec:decorative xmlns:adec="http://schemas.microsoft.com/office/drawing/2017/decorative" val="1"/>
                </a:ext>
              </a:extLst>
            </p:cNvPr>
            <p:cNvSpPr>
              <a:spLocks/>
            </p:cNvSpPr>
            <p:nvPr/>
          </p:nvSpPr>
          <p:spPr bwMode="auto">
            <a:xfrm>
              <a:off x="1185863" y="6762751"/>
              <a:ext cx="841375" cy="768350"/>
            </a:xfrm>
            <a:custGeom>
              <a:avLst/>
              <a:gdLst>
                <a:gd name="T0" fmla="*/ 417 w 530"/>
                <a:gd name="T1" fmla="*/ 484 h 484"/>
                <a:gd name="T2" fmla="*/ 0 w 530"/>
                <a:gd name="T3" fmla="*/ 484 h 484"/>
                <a:gd name="T4" fmla="*/ 0 w 530"/>
                <a:gd name="T5" fmla="*/ 0 h 484"/>
                <a:gd name="T6" fmla="*/ 417 w 530"/>
                <a:gd name="T7" fmla="*/ 0 h 484"/>
                <a:gd name="T8" fmla="*/ 530 w 530"/>
                <a:gd name="T9" fmla="*/ 242 h 484"/>
                <a:gd name="T10" fmla="*/ 417 w 530"/>
                <a:gd name="T11" fmla="*/ 484 h 484"/>
              </a:gdLst>
              <a:ahLst/>
              <a:cxnLst>
                <a:cxn ang="0">
                  <a:pos x="T0" y="T1"/>
                </a:cxn>
                <a:cxn ang="0">
                  <a:pos x="T2" y="T3"/>
                </a:cxn>
                <a:cxn ang="0">
                  <a:pos x="T4" y="T5"/>
                </a:cxn>
                <a:cxn ang="0">
                  <a:pos x="T6" y="T7"/>
                </a:cxn>
                <a:cxn ang="0">
                  <a:pos x="T8" y="T9"/>
                </a:cxn>
                <a:cxn ang="0">
                  <a:pos x="T10" y="T11"/>
                </a:cxn>
              </a:cxnLst>
              <a:rect l="0" t="0" r="r" b="b"/>
              <a:pathLst>
                <a:path w="530" h="484">
                  <a:moveTo>
                    <a:pt x="417" y="484"/>
                  </a:moveTo>
                  <a:lnTo>
                    <a:pt x="0" y="484"/>
                  </a:lnTo>
                  <a:lnTo>
                    <a:pt x="0" y="0"/>
                  </a:lnTo>
                  <a:lnTo>
                    <a:pt x="417" y="0"/>
                  </a:lnTo>
                  <a:lnTo>
                    <a:pt x="530" y="242"/>
                  </a:lnTo>
                  <a:lnTo>
                    <a:pt x="417" y="484"/>
                  </a:lnTo>
                  <a:close/>
                </a:path>
              </a:pathLst>
            </a:custGeom>
            <a:solidFill>
              <a:schemeClr val="accent1">
                <a:lumMod val="75000"/>
              </a:schemeClr>
            </a:solidFill>
            <a:ln w="12700">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41" name="Freeform 81">
              <a:extLst>
                <a:ext uri="{FF2B5EF4-FFF2-40B4-BE49-F238E27FC236}">
                  <a16:creationId xmlns:a16="http://schemas.microsoft.com/office/drawing/2014/main" id="{DD7AA118-8696-726D-BE66-F6F76732FDBA}"/>
                </a:ext>
                <a:ext uri="{C183D7F6-B498-43B3-948B-1728B52AA6E4}">
                  <adec:decorative xmlns:adec="http://schemas.microsoft.com/office/drawing/2017/decorative" val="1"/>
                </a:ext>
              </a:extLst>
            </p:cNvPr>
            <p:cNvSpPr>
              <a:spLocks/>
            </p:cNvSpPr>
            <p:nvPr/>
          </p:nvSpPr>
          <p:spPr bwMode="auto">
            <a:xfrm>
              <a:off x="528638" y="6762751"/>
              <a:ext cx="836613" cy="768350"/>
            </a:xfrm>
            <a:custGeom>
              <a:avLst/>
              <a:gdLst>
                <a:gd name="T0" fmla="*/ 414 w 527"/>
                <a:gd name="T1" fmla="*/ 484 h 484"/>
                <a:gd name="T2" fmla="*/ 0 w 527"/>
                <a:gd name="T3" fmla="*/ 484 h 484"/>
                <a:gd name="T4" fmla="*/ 0 w 527"/>
                <a:gd name="T5" fmla="*/ 0 h 484"/>
                <a:gd name="T6" fmla="*/ 414 w 527"/>
                <a:gd name="T7" fmla="*/ 0 h 484"/>
                <a:gd name="T8" fmla="*/ 527 w 527"/>
                <a:gd name="T9" fmla="*/ 242 h 484"/>
                <a:gd name="T10" fmla="*/ 414 w 527"/>
                <a:gd name="T11" fmla="*/ 484 h 484"/>
              </a:gdLst>
              <a:ahLst/>
              <a:cxnLst>
                <a:cxn ang="0">
                  <a:pos x="T0" y="T1"/>
                </a:cxn>
                <a:cxn ang="0">
                  <a:pos x="T2" y="T3"/>
                </a:cxn>
                <a:cxn ang="0">
                  <a:pos x="T4" y="T5"/>
                </a:cxn>
                <a:cxn ang="0">
                  <a:pos x="T6" y="T7"/>
                </a:cxn>
                <a:cxn ang="0">
                  <a:pos x="T8" y="T9"/>
                </a:cxn>
                <a:cxn ang="0">
                  <a:pos x="T10" y="T11"/>
                </a:cxn>
              </a:cxnLst>
              <a:rect l="0" t="0" r="r" b="b"/>
              <a:pathLst>
                <a:path w="527" h="484">
                  <a:moveTo>
                    <a:pt x="414" y="484"/>
                  </a:moveTo>
                  <a:lnTo>
                    <a:pt x="0" y="484"/>
                  </a:lnTo>
                  <a:lnTo>
                    <a:pt x="0" y="0"/>
                  </a:lnTo>
                  <a:lnTo>
                    <a:pt x="414" y="0"/>
                  </a:lnTo>
                  <a:lnTo>
                    <a:pt x="527" y="242"/>
                  </a:lnTo>
                  <a:lnTo>
                    <a:pt x="414" y="484"/>
                  </a:lnTo>
                  <a:close/>
                </a:path>
              </a:pathLst>
            </a:custGeom>
            <a:solidFill>
              <a:schemeClr val="accent1">
                <a:lumMod val="50000"/>
              </a:schemeClr>
            </a:solidFill>
            <a:ln w="12700">
              <a:solidFill>
                <a:schemeClr val="bg1"/>
              </a:solidFill>
            </a:ln>
          </p:spPr>
          <p:txBody>
            <a:bodyPr vert="horz" wrap="square" lIns="91440" tIns="45720" rIns="91440" bIns="45720" numCol="1" anchor="t" anchorCtr="0" compatLnSpc="1">
              <a:prstTxWarp prst="textNoShape">
                <a:avLst/>
              </a:prstTxWarp>
            </a:bodyPr>
            <a:lstStyle/>
            <a:p>
              <a:endParaRPr lang="en-US" dirty="0"/>
            </a:p>
          </p:txBody>
        </p:sp>
        <p:sp>
          <p:nvSpPr>
            <p:cNvPr id="42" name="Freeform 186">
              <a:extLst>
                <a:ext uri="{FF2B5EF4-FFF2-40B4-BE49-F238E27FC236}">
                  <a16:creationId xmlns:a16="http://schemas.microsoft.com/office/drawing/2014/main" id="{6EBFB11C-7F1E-126F-0375-19BE6DE5E78C}"/>
                </a:ext>
                <a:ext uri="{C183D7F6-B498-43B3-948B-1728B52AA6E4}">
                  <adec:decorative xmlns:adec="http://schemas.microsoft.com/office/drawing/2017/decorative" val="1"/>
                </a:ext>
              </a:extLst>
            </p:cNvPr>
            <p:cNvSpPr>
              <a:spLocks noEditPoints="1"/>
            </p:cNvSpPr>
            <p:nvPr/>
          </p:nvSpPr>
          <p:spPr bwMode="auto">
            <a:xfrm>
              <a:off x="537742" y="7143426"/>
              <a:ext cx="2799184" cy="382587"/>
            </a:xfrm>
            <a:custGeom>
              <a:avLst/>
              <a:gdLst>
                <a:gd name="T0" fmla="*/ 1784 w 1784"/>
                <a:gd name="T1" fmla="*/ 0 h 241"/>
                <a:gd name="T2" fmla="*/ 0 w 1784"/>
                <a:gd name="T3" fmla="*/ 0 h 241"/>
                <a:gd name="T4" fmla="*/ 0 w 1784"/>
                <a:gd name="T5" fmla="*/ 241 h 241"/>
                <a:gd name="T6" fmla="*/ 1672 w 1784"/>
                <a:gd name="T7" fmla="*/ 241 h 241"/>
                <a:gd name="T8" fmla="*/ 1784 w 1784"/>
                <a:gd name="T9" fmla="*/ 0 h 241"/>
                <a:gd name="T10" fmla="*/ 1784 w 1784"/>
                <a:gd name="T11" fmla="*/ 0 h 241"/>
                <a:gd name="T12" fmla="*/ 1784 w 1784"/>
                <a:gd name="T13" fmla="*/ 0 h 241"/>
              </a:gdLst>
              <a:ahLst/>
              <a:cxnLst>
                <a:cxn ang="0">
                  <a:pos x="T0" y="T1"/>
                </a:cxn>
                <a:cxn ang="0">
                  <a:pos x="T2" y="T3"/>
                </a:cxn>
                <a:cxn ang="0">
                  <a:pos x="T4" y="T5"/>
                </a:cxn>
                <a:cxn ang="0">
                  <a:pos x="T6" y="T7"/>
                </a:cxn>
                <a:cxn ang="0">
                  <a:pos x="T8" y="T9"/>
                </a:cxn>
                <a:cxn ang="0">
                  <a:pos x="T10" y="T11"/>
                </a:cxn>
                <a:cxn ang="0">
                  <a:pos x="T12" y="T13"/>
                </a:cxn>
              </a:cxnLst>
              <a:rect l="0" t="0" r="r" b="b"/>
              <a:pathLst>
                <a:path w="1784" h="241">
                  <a:moveTo>
                    <a:pt x="1784" y="0"/>
                  </a:moveTo>
                  <a:lnTo>
                    <a:pt x="0" y="0"/>
                  </a:lnTo>
                  <a:lnTo>
                    <a:pt x="0" y="241"/>
                  </a:lnTo>
                  <a:lnTo>
                    <a:pt x="1672" y="241"/>
                  </a:lnTo>
                  <a:lnTo>
                    <a:pt x="1784" y="0"/>
                  </a:lnTo>
                  <a:close/>
                  <a:moveTo>
                    <a:pt x="1784" y="0"/>
                  </a:moveTo>
                  <a:lnTo>
                    <a:pt x="1784" y="0"/>
                  </a:ln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3" name="Freeform 13">
              <a:extLst>
                <a:ext uri="{FF2B5EF4-FFF2-40B4-BE49-F238E27FC236}">
                  <a16:creationId xmlns:a16="http://schemas.microsoft.com/office/drawing/2014/main" id="{7E1BFC5A-98E1-77A4-45BC-C36EDEA745C6}"/>
                </a:ext>
                <a:ext uri="{C183D7F6-B498-43B3-948B-1728B52AA6E4}">
                  <adec:decorative xmlns:adec="http://schemas.microsoft.com/office/drawing/2017/decorative" val="1"/>
                </a:ext>
              </a:extLst>
            </p:cNvPr>
            <p:cNvSpPr>
              <a:spLocks/>
            </p:cNvSpPr>
            <p:nvPr/>
          </p:nvSpPr>
          <p:spPr bwMode="auto">
            <a:xfrm>
              <a:off x="2506663" y="6762751"/>
              <a:ext cx="839788" cy="768350"/>
            </a:xfrm>
            <a:custGeom>
              <a:avLst/>
              <a:gdLst>
                <a:gd name="T0" fmla="*/ 414 w 529"/>
                <a:gd name="T1" fmla="*/ 484 h 484"/>
                <a:gd name="T2" fmla="*/ 0 w 529"/>
                <a:gd name="T3" fmla="*/ 484 h 484"/>
                <a:gd name="T4" fmla="*/ 0 w 529"/>
                <a:gd name="T5" fmla="*/ 0 h 484"/>
                <a:gd name="T6" fmla="*/ 414 w 529"/>
                <a:gd name="T7" fmla="*/ 0 h 484"/>
                <a:gd name="T8" fmla="*/ 529 w 529"/>
                <a:gd name="T9" fmla="*/ 242 h 484"/>
                <a:gd name="T10" fmla="*/ 414 w 529"/>
                <a:gd name="T11" fmla="*/ 484 h 484"/>
              </a:gdLst>
              <a:ahLst/>
              <a:cxnLst>
                <a:cxn ang="0">
                  <a:pos x="T0" y="T1"/>
                </a:cxn>
                <a:cxn ang="0">
                  <a:pos x="T2" y="T3"/>
                </a:cxn>
                <a:cxn ang="0">
                  <a:pos x="T4" y="T5"/>
                </a:cxn>
                <a:cxn ang="0">
                  <a:pos x="T6" y="T7"/>
                </a:cxn>
                <a:cxn ang="0">
                  <a:pos x="T8" y="T9"/>
                </a:cxn>
                <a:cxn ang="0">
                  <a:pos x="T10" y="T11"/>
                </a:cxn>
              </a:cxnLst>
              <a:rect l="0" t="0" r="r" b="b"/>
              <a:pathLst>
                <a:path w="529" h="484">
                  <a:moveTo>
                    <a:pt x="414" y="484"/>
                  </a:moveTo>
                  <a:lnTo>
                    <a:pt x="0" y="484"/>
                  </a:lnTo>
                  <a:lnTo>
                    <a:pt x="0" y="0"/>
                  </a:lnTo>
                  <a:lnTo>
                    <a:pt x="414" y="0"/>
                  </a:lnTo>
                  <a:lnTo>
                    <a:pt x="529" y="242"/>
                  </a:lnTo>
                  <a:lnTo>
                    <a:pt x="414" y="48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16">
              <a:extLst>
                <a:ext uri="{FF2B5EF4-FFF2-40B4-BE49-F238E27FC236}">
                  <a16:creationId xmlns:a16="http://schemas.microsoft.com/office/drawing/2014/main" id="{41B67439-FD77-66F8-46E5-A8A8DF8937B6}"/>
                </a:ext>
                <a:ext uri="{C183D7F6-B498-43B3-948B-1728B52AA6E4}">
                  <adec:decorative xmlns:adec="http://schemas.microsoft.com/office/drawing/2017/decorative" val="1"/>
                </a:ext>
              </a:extLst>
            </p:cNvPr>
            <p:cNvSpPr>
              <a:spLocks noEditPoints="1"/>
            </p:cNvSpPr>
            <p:nvPr/>
          </p:nvSpPr>
          <p:spPr bwMode="auto">
            <a:xfrm>
              <a:off x="2516188" y="6772276"/>
              <a:ext cx="250825" cy="752475"/>
            </a:xfrm>
            <a:custGeom>
              <a:avLst/>
              <a:gdLst>
                <a:gd name="T0" fmla="*/ 43 w 158"/>
                <a:gd name="T1" fmla="*/ 474 h 474"/>
                <a:gd name="T2" fmla="*/ 0 w 158"/>
                <a:gd name="T3" fmla="*/ 474 h 474"/>
                <a:gd name="T4" fmla="*/ 0 w 158"/>
                <a:gd name="T5" fmla="*/ 474 h 474"/>
                <a:gd name="T6" fmla="*/ 43 w 158"/>
                <a:gd name="T7" fmla="*/ 474 h 474"/>
                <a:gd name="T8" fmla="*/ 43 w 158"/>
                <a:gd name="T9" fmla="*/ 474 h 474"/>
                <a:gd name="T10" fmla="*/ 43 w 158"/>
                <a:gd name="T11" fmla="*/ 0 h 474"/>
                <a:gd name="T12" fmla="*/ 0 w 158"/>
                <a:gd name="T13" fmla="*/ 0 h 474"/>
                <a:gd name="T14" fmla="*/ 111 w 158"/>
                <a:gd name="T15" fmla="*/ 236 h 474"/>
                <a:gd name="T16" fmla="*/ 158 w 158"/>
                <a:gd name="T17" fmla="*/ 236 h 474"/>
                <a:gd name="T18" fmla="*/ 43 w 158"/>
                <a:gd name="T19"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8" h="474">
                  <a:moveTo>
                    <a:pt x="43" y="474"/>
                  </a:moveTo>
                  <a:lnTo>
                    <a:pt x="0" y="474"/>
                  </a:lnTo>
                  <a:lnTo>
                    <a:pt x="0" y="474"/>
                  </a:lnTo>
                  <a:lnTo>
                    <a:pt x="43" y="474"/>
                  </a:lnTo>
                  <a:lnTo>
                    <a:pt x="43" y="474"/>
                  </a:lnTo>
                  <a:close/>
                  <a:moveTo>
                    <a:pt x="43" y="0"/>
                  </a:moveTo>
                  <a:lnTo>
                    <a:pt x="0" y="0"/>
                  </a:lnTo>
                  <a:lnTo>
                    <a:pt x="111" y="236"/>
                  </a:lnTo>
                  <a:lnTo>
                    <a:pt x="158" y="236"/>
                  </a:lnTo>
                  <a:lnTo>
                    <a:pt x="43" y="0"/>
                  </a:ln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17">
              <a:extLst>
                <a:ext uri="{FF2B5EF4-FFF2-40B4-BE49-F238E27FC236}">
                  <a16:creationId xmlns:a16="http://schemas.microsoft.com/office/drawing/2014/main" id="{BEE8DF92-6353-5B07-B96F-A82E83403035}"/>
                </a:ext>
                <a:ext uri="{C183D7F6-B498-43B3-948B-1728B52AA6E4}">
                  <adec:decorative xmlns:adec="http://schemas.microsoft.com/office/drawing/2017/decorative" val="1"/>
                </a:ext>
              </a:extLst>
            </p:cNvPr>
            <p:cNvSpPr>
              <a:spLocks noEditPoints="1"/>
            </p:cNvSpPr>
            <p:nvPr/>
          </p:nvSpPr>
          <p:spPr bwMode="auto">
            <a:xfrm>
              <a:off x="2516188" y="6772276"/>
              <a:ext cx="250825" cy="752475"/>
            </a:xfrm>
            <a:custGeom>
              <a:avLst/>
              <a:gdLst>
                <a:gd name="T0" fmla="*/ 43 w 158"/>
                <a:gd name="T1" fmla="*/ 474 h 474"/>
                <a:gd name="T2" fmla="*/ 0 w 158"/>
                <a:gd name="T3" fmla="*/ 474 h 474"/>
                <a:gd name="T4" fmla="*/ 0 w 158"/>
                <a:gd name="T5" fmla="*/ 474 h 474"/>
                <a:gd name="T6" fmla="*/ 43 w 158"/>
                <a:gd name="T7" fmla="*/ 474 h 474"/>
                <a:gd name="T8" fmla="*/ 43 w 158"/>
                <a:gd name="T9" fmla="*/ 474 h 474"/>
                <a:gd name="T10" fmla="*/ 43 w 158"/>
                <a:gd name="T11" fmla="*/ 0 h 474"/>
                <a:gd name="T12" fmla="*/ 0 w 158"/>
                <a:gd name="T13" fmla="*/ 0 h 474"/>
                <a:gd name="T14" fmla="*/ 111 w 158"/>
                <a:gd name="T15" fmla="*/ 236 h 474"/>
                <a:gd name="T16" fmla="*/ 158 w 158"/>
                <a:gd name="T17" fmla="*/ 236 h 474"/>
                <a:gd name="T18" fmla="*/ 43 w 158"/>
                <a:gd name="T19"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8" h="474">
                  <a:moveTo>
                    <a:pt x="43" y="474"/>
                  </a:moveTo>
                  <a:lnTo>
                    <a:pt x="0" y="474"/>
                  </a:lnTo>
                  <a:lnTo>
                    <a:pt x="0" y="474"/>
                  </a:lnTo>
                  <a:lnTo>
                    <a:pt x="43" y="474"/>
                  </a:lnTo>
                  <a:lnTo>
                    <a:pt x="43" y="474"/>
                  </a:lnTo>
                  <a:moveTo>
                    <a:pt x="43" y="0"/>
                  </a:moveTo>
                  <a:lnTo>
                    <a:pt x="0" y="0"/>
                  </a:lnTo>
                  <a:lnTo>
                    <a:pt x="111" y="236"/>
                  </a:lnTo>
                  <a:lnTo>
                    <a:pt x="158" y="236"/>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19">
              <a:extLst>
                <a:ext uri="{FF2B5EF4-FFF2-40B4-BE49-F238E27FC236}">
                  <a16:creationId xmlns:a16="http://schemas.microsoft.com/office/drawing/2014/main" id="{EC201C67-8F21-A017-C9A6-6CA4CFA33EEA}"/>
                </a:ext>
                <a:ext uri="{C183D7F6-B498-43B3-948B-1728B52AA6E4}">
                  <adec:decorative xmlns:adec="http://schemas.microsoft.com/office/drawing/2017/decorative" val="1"/>
                </a:ext>
              </a:extLst>
            </p:cNvPr>
            <p:cNvSpPr>
              <a:spLocks/>
            </p:cNvSpPr>
            <p:nvPr/>
          </p:nvSpPr>
          <p:spPr bwMode="auto">
            <a:xfrm>
              <a:off x="1847851" y="6762751"/>
              <a:ext cx="838200" cy="768350"/>
            </a:xfrm>
            <a:custGeom>
              <a:avLst/>
              <a:gdLst>
                <a:gd name="T0" fmla="*/ 415 w 528"/>
                <a:gd name="T1" fmla="*/ 484 h 484"/>
                <a:gd name="T2" fmla="*/ 0 w 528"/>
                <a:gd name="T3" fmla="*/ 484 h 484"/>
                <a:gd name="T4" fmla="*/ 0 w 528"/>
                <a:gd name="T5" fmla="*/ 0 h 484"/>
                <a:gd name="T6" fmla="*/ 415 w 528"/>
                <a:gd name="T7" fmla="*/ 0 h 484"/>
                <a:gd name="T8" fmla="*/ 528 w 528"/>
                <a:gd name="T9" fmla="*/ 242 h 484"/>
                <a:gd name="T10" fmla="*/ 415 w 528"/>
                <a:gd name="T11" fmla="*/ 484 h 484"/>
              </a:gdLst>
              <a:ahLst/>
              <a:cxnLst>
                <a:cxn ang="0">
                  <a:pos x="T0" y="T1"/>
                </a:cxn>
                <a:cxn ang="0">
                  <a:pos x="T2" y="T3"/>
                </a:cxn>
                <a:cxn ang="0">
                  <a:pos x="T4" y="T5"/>
                </a:cxn>
                <a:cxn ang="0">
                  <a:pos x="T6" y="T7"/>
                </a:cxn>
                <a:cxn ang="0">
                  <a:pos x="T8" y="T9"/>
                </a:cxn>
                <a:cxn ang="0">
                  <a:pos x="T10" y="T11"/>
                </a:cxn>
              </a:cxnLst>
              <a:rect l="0" t="0" r="r" b="b"/>
              <a:pathLst>
                <a:path w="528" h="484">
                  <a:moveTo>
                    <a:pt x="415" y="484"/>
                  </a:moveTo>
                  <a:lnTo>
                    <a:pt x="0" y="484"/>
                  </a:lnTo>
                  <a:lnTo>
                    <a:pt x="0" y="0"/>
                  </a:lnTo>
                  <a:lnTo>
                    <a:pt x="415" y="0"/>
                  </a:lnTo>
                  <a:lnTo>
                    <a:pt x="528" y="242"/>
                  </a:lnTo>
                  <a:lnTo>
                    <a:pt x="415" y="48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2">
              <a:extLst>
                <a:ext uri="{FF2B5EF4-FFF2-40B4-BE49-F238E27FC236}">
                  <a16:creationId xmlns:a16="http://schemas.microsoft.com/office/drawing/2014/main" id="{FBED7A37-A054-3926-034B-2678DC07065A}"/>
                </a:ext>
                <a:ext uri="{C183D7F6-B498-43B3-948B-1728B52AA6E4}">
                  <adec:decorative xmlns:adec="http://schemas.microsoft.com/office/drawing/2017/decorative" val="1"/>
                </a:ext>
              </a:extLst>
            </p:cNvPr>
            <p:cNvSpPr>
              <a:spLocks noEditPoints="1"/>
            </p:cNvSpPr>
            <p:nvPr/>
          </p:nvSpPr>
          <p:spPr bwMode="auto">
            <a:xfrm>
              <a:off x="1857376" y="6772276"/>
              <a:ext cx="246063" cy="752475"/>
            </a:xfrm>
            <a:custGeom>
              <a:avLst/>
              <a:gdLst>
                <a:gd name="T0" fmla="*/ 42 w 155"/>
                <a:gd name="T1" fmla="*/ 474 h 474"/>
                <a:gd name="T2" fmla="*/ 0 w 155"/>
                <a:gd name="T3" fmla="*/ 474 h 474"/>
                <a:gd name="T4" fmla="*/ 0 w 155"/>
                <a:gd name="T5" fmla="*/ 474 h 474"/>
                <a:gd name="T6" fmla="*/ 42 w 155"/>
                <a:gd name="T7" fmla="*/ 474 h 474"/>
                <a:gd name="T8" fmla="*/ 42 w 155"/>
                <a:gd name="T9" fmla="*/ 474 h 474"/>
                <a:gd name="T10" fmla="*/ 42 w 155"/>
                <a:gd name="T11" fmla="*/ 0 h 474"/>
                <a:gd name="T12" fmla="*/ 0 w 155"/>
                <a:gd name="T13" fmla="*/ 0 h 474"/>
                <a:gd name="T14" fmla="*/ 111 w 155"/>
                <a:gd name="T15" fmla="*/ 236 h 474"/>
                <a:gd name="T16" fmla="*/ 155 w 155"/>
                <a:gd name="T17" fmla="*/ 236 h 474"/>
                <a:gd name="T18" fmla="*/ 42 w 155"/>
                <a:gd name="T19"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 h="474">
                  <a:moveTo>
                    <a:pt x="42" y="474"/>
                  </a:moveTo>
                  <a:lnTo>
                    <a:pt x="0" y="474"/>
                  </a:lnTo>
                  <a:lnTo>
                    <a:pt x="0" y="474"/>
                  </a:lnTo>
                  <a:lnTo>
                    <a:pt x="42" y="474"/>
                  </a:lnTo>
                  <a:lnTo>
                    <a:pt x="42" y="474"/>
                  </a:lnTo>
                  <a:close/>
                  <a:moveTo>
                    <a:pt x="42" y="0"/>
                  </a:moveTo>
                  <a:lnTo>
                    <a:pt x="0" y="0"/>
                  </a:lnTo>
                  <a:lnTo>
                    <a:pt x="111" y="236"/>
                  </a:lnTo>
                  <a:lnTo>
                    <a:pt x="155" y="236"/>
                  </a:lnTo>
                  <a:lnTo>
                    <a:pt x="42" y="0"/>
                  </a:ln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23">
              <a:extLst>
                <a:ext uri="{FF2B5EF4-FFF2-40B4-BE49-F238E27FC236}">
                  <a16:creationId xmlns:a16="http://schemas.microsoft.com/office/drawing/2014/main" id="{DC799220-F98B-C20A-8D53-5C7C07E51C6B}"/>
                </a:ext>
                <a:ext uri="{C183D7F6-B498-43B3-948B-1728B52AA6E4}">
                  <adec:decorative xmlns:adec="http://schemas.microsoft.com/office/drawing/2017/decorative" val="1"/>
                </a:ext>
              </a:extLst>
            </p:cNvPr>
            <p:cNvSpPr>
              <a:spLocks noEditPoints="1"/>
            </p:cNvSpPr>
            <p:nvPr/>
          </p:nvSpPr>
          <p:spPr bwMode="auto">
            <a:xfrm>
              <a:off x="1857376" y="6772276"/>
              <a:ext cx="246063" cy="752475"/>
            </a:xfrm>
            <a:custGeom>
              <a:avLst/>
              <a:gdLst>
                <a:gd name="T0" fmla="*/ 42 w 155"/>
                <a:gd name="T1" fmla="*/ 474 h 474"/>
                <a:gd name="T2" fmla="*/ 0 w 155"/>
                <a:gd name="T3" fmla="*/ 474 h 474"/>
                <a:gd name="T4" fmla="*/ 0 w 155"/>
                <a:gd name="T5" fmla="*/ 474 h 474"/>
                <a:gd name="T6" fmla="*/ 42 w 155"/>
                <a:gd name="T7" fmla="*/ 474 h 474"/>
                <a:gd name="T8" fmla="*/ 42 w 155"/>
                <a:gd name="T9" fmla="*/ 474 h 474"/>
                <a:gd name="T10" fmla="*/ 42 w 155"/>
                <a:gd name="T11" fmla="*/ 0 h 474"/>
                <a:gd name="T12" fmla="*/ 0 w 155"/>
                <a:gd name="T13" fmla="*/ 0 h 474"/>
                <a:gd name="T14" fmla="*/ 111 w 155"/>
                <a:gd name="T15" fmla="*/ 236 h 474"/>
                <a:gd name="T16" fmla="*/ 155 w 155"/>
                <a:gd name="T17" fmla="*/ 236 h 474"/>
                <a:gd name="T18" fmla="*/ 42 w 155"/>
                <a:gd name="T19"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 h="474">
                  <a:moveTo>
                    <a:pt x="42" y="474"/>
                  </a:moveTo>
                  <a:lnTo>
                    <a:pt x="0" y="474"/>
                  </a:lnTo>
                  <a:lnTo>
                    <a:pt x="0" y="474"/>
                  </a:lnTo>
                  <a:lnTo>
                    <a:pt x="42" y="474"/>
                  </a:lnTo>
                  <a:lnTo>
                    <a:pt x="42" y="474"/>
                  </a:lnTo>
                  <a:moveTo>
                    <a:pt x="42" y="0"/>
                  </a:moveTo>
                  <a:lnTo>
                    <a:pt x="0" y="0"/>
                  </a:lnTo>
                  <a:lnTo>
                    <a:pt x="111" y="236"/>
                  </a:lnTo>
                  <a:lnTo>
                    <a:pt x="155" y="236"/>
                  </a:lnTo>
                  <a:lnTo>
                    <a:pt x="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5">
              <a:extLst>
                <a:ext uri="{FF2B5EF4-FFF2-40B4-BE49-F238E27FC236}">
                  <a16:creationId xmlns:a16="http://schemas.microsoft.com/office/drawing/2014/main" id="{6E8D273A-A2F9-1038-3A65-76C36600A8C5}"/>
                </a:ext>
                <a:ext uri="{C183D7F6-B498-43B3-948B-1728B52AA6E4}">
                  <adec:decorative xmlns:adec="http://schemas.microsoft.com/office/drawing/2017/decorative" val="1"/>
                </a:ext>
              </a:extLst>
            </p:cNvPr>
            <p:cNvSpPr>
              <a:spLocks/>
            </p:cNvSpPr>
            <p:nvPr/>
          </p:nvSpPr>
          <p:spPr bwMode="auto">
            <a:xfrm>
              <a:off x="1185863" y="6762751"/>
              <a:ext cx="841375" cy="768350"/>
            </a:xfrm>
            <a:custGeom>
              <a:avLst/>
              <a:gdLst>
                <a:gd name="T0" fmla="*/ 417 w 530"/>
                <a:gd name="T1" fmla="*/ 484 h 484"/>
                <a:gd name="T2" fmla="*/ 0 w 530"/>
                <a:gd name="T3" fmla="*/ 484 h 484"/>
                <a:gd name="T4" fmla="*/ 0 w 530"/>
                <a:gd name="T5" fmla="*/ 0 h 484"/>
                <a:gd name="T6" fmla="*/ 417 w 530"/>
                <a:gd name="T7" fmla="*/ 0 h 484"/>
                <a:gd name="T8" fmla="*/ 530 w 530"/>
                <a:gd name="T9" fmla="*/ 242 h 484"/>
                <a:gd name="T10" fmla="*/ 417 w 530"/>
                <a:gd name="T11" fmla="*/ 484 h 484"/>
              </a:gdLst>
              <a:ahLst/>
              <a:cxnLst>
                <a:cxn ang="0">
                  <a:pos x="T0" y="T1"/>
                </a:cxn>
                <a:cxn ang="0">
                  <a:pos x="T2" y="T3"/>
                </a:cxn>
                <a:cxn ang="0">
                  <a:pos x="T4" y="T5"/>
                </a:cxn>
                <a:cxn ang="0">
                  <a:pos x="T6" y="T7"/>
                </a:cxn>
                <a:cxn ang="0">
                  <a:pos x="T8" y="T9"/>
                </a:cxn>
                <a:cxn ang="0">
                  <a:pos x="T10" y="T11"/>
                </a:cxn>
              </a:cxnLst>
              <a:rect l="0" t="0" r="r" b="b"/>
              <a:pathLst>
                <a:path w="530" h="484">
                  <a:moveTo>
                    <a:pt x="417" y="484"/>
                  </a:moveTo>
                  <a:lnTo>
                    <a:pt x="0" y="484"/>
                  </a:lnTo>
                  <a:lnTo>
                    <a:pt x="0" y="0"/>
                  </a:lnTo>
                  <a:lnTo>
                    <a:pt x="417" y="0"/>
                  </a:lnTo>
                  <a:lnTo>
                    <a:pt x="530" y="242"/>
                  </a:lnTo>
                  <a:lnTo>
                    <a:pt x="417" y="48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8">
              <a:extLst>
                <a:ext uri="{FF2B5EF4-FFF2-40B4-BE49-F238E27FC236}">
                  <a16:creationId xmlns:a16="http://schemas.microsoft.com/office/drawing/2014/main" id="{0E40A127-08B5-99AA-8E4C-8D10BC58CC24}"/>
                </a:ext>
                <a:ext uri="{C183D7F6-B498-43B3-948B-1728B52AA6E4}">
                  <adec:decorative xmlns:adec="http://schemas.microsoft.com/office/drawing/2017/decorative" val="1"/>
                </a:ext>
              </a:extLst>
            </p:cNvPr>
            <p:cNvSpPr>
              <a:spLocks noEditPoints="1"/>
            </p:cNvSpPr>
            <p:nvPr/>
          </p:nvSpPr>
          <p:spPr bwMode="auto">
            <a:xfrm>
              <a:off x="1195388" y="6772276"/>
              <a:ext cx="255588" cy="752475"/>
            </a:xfrm>
            <a:custGeom>
              <a:avLst/>
              <a:gdLst>
                <a:gd name="T0" fmla="*/ 46 w 161"/>
                <a:gd name="T1" fmla="*/ 474 h 474"/>
                <a:gd name="T2" fmla="*/ 0 w 161"/>
                <a:gd name="T3" fmla="*/ 474 h 474"/>
                <a:gd name="T4" fmla="*/ 0 w 161"/>
                <a:gd name="T5" fmla="*/ 474 h 474"/>
                <a:gd name="T6" fmla="*/ 46 w 161"/>
                <a:gd name="T7" fmla="*/ 474 h 474"/>
                <a:gd name="T8" fmla="*/ 46 w 161"/>
                <a:gd name="T9" fmla="*/ 474 h 474"/>
                <a:gd name="T10" fmla="*/ 46 w 161"/>
                <a:gd name="T11" fmla="*/ 0 h 474"/>
                <a:gd name="T12" fmla="*/ 0 w 161"/>
                <a:gd name="T13" fmla="*/ 0 h 474"/>
                <a:gd name="T14" fmla="*/ 113 w 161"/>
                <a:gd name="T15" fmla="*/ 236 h 474"/>
                <a:gd name="T16" fmla="*/ 161 w 161"/>
                <a:gd name="T17" fmla="*/ 236 h 474"/>
                <a:gd name="T18" fmla="*/ 46 w 161"/>
                <a:gd name="T19"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474">
                  <a:moveTo>
                    <a:pt x="46" y="474"/>
                  </a:moveTo>
                  <a:lnTo>
                    <a:pt x="0" y="474"/>
                  </a:lnTo>
                  <a:lnTo>
                    <a:pt x="0" y="474"/>
                  </a:lnTo>
                  <a:lnTo>
                    <a:pt x="46" y="474"/>
                  </a:lnTo>
                  <a:lnTo>
                    <a:pt x="46" y="474"/>
                  </a:lnTo>
                  <a:close/>
                  <a:moveTo>
                    <a:pt x="46" y="0"/>
                  </a:moveTo>
                  <a:lnTo>
                    <a:pt x="0" y="0"/>
                  </a:lnTo>
                  <a:lnTo>
                    <a:pt x="113" y="236"/>
                  </a:lnTo>
                  <a:lnTo>
                    <a:pt x="161" y="236"/>
                  </a:lnTo>
                  <a:lnTo>
                    <a:pt x="46" y="0"/>
                  </a:ln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29">
              <a:extLst>
                <a:ext uri="{FF2B5EF4-FFF2-40B4-BE49-F238E27FC236}">
                  <a16:creationId xmlns:a16="http://schemas.microsoft.com/office/drawing/2014/main" id="{7B8BC035-824D-3541-2D2C-6175A51F00E3}"/>
                </a:ext>
                <a:ext uri="{C183D7F6-B498-43B3-948B-1728B52AA6E4}">
                  <adec:decorative xmlns:adec="http://schemas.microsoft.com/office/drawing/2017/decorative" val="1"/>
                </a:ext>
              </a:extLst>
            </p:cNvPr>
            <p:cNvSpPr>
              <a:spLocks noEditPoints="1"/>
            </p:cNvSpPr>
            <p:nvPr/>
          </p:nvSpPr>
          <p:spPr bwMode="auto">
            <a:xfrm>
              <a:off x="1195388" y="6772276"/>
              <a:ext cx="255588" cy="752475"/>
            </a:xfrm>
            <a:custGeom>
              <a:avLst/>
              <a:gdLst>
                <a:gd name="T0" fmla="*/ 46 w 161"/>
                <a:gd name="T1" fmla="*/ 474 h 474"/>
                <a:gd name="T2" fmla="*/ 0 w 161"/>
                <a:gd name="T3" fmla="*/ 474 h 474"/>
                <a:gd name="T4" fmla="*/ 0 w 161"/>
                <a:gd name="T5" fmla="*/ 474 h 474"/>
                <a:gd name="T6" fmla="*/ 46 w 161"/>
                <a:gd name="T7" fmla="*/ 474 h 474"/>
                <a:gd name="T8" fmla="*/ 46 w 161"/>
                <a:gd name="T9" fmla="*/ 474 h 474"/>
                <a:gd name="T10" fmla="*/ 46 w 161"/>
                <a:gd name="T11" fmla="*/ 0 h 474"/>
                <a:gd name="T12" fmla="*/ 0 w 161"/>
                <a:gd name="T13" fmla="*/ 0 h 474"/>
                <a:gd name="T14" fmla="*/ 113 w 161"/>
                <a:gd name="T15" fmla="*/ 236 h 474"/>
                <a:gd name="T16" fmla="*/ 161 w 161"/>
                <a:gd name="T17" fmla="*/ 236 h 474"/>
                <a:gd name="T18" fmla="*/ 46 w 161"/>
                <a:gd name="T19"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474">
                  <a:moveTo>
                    <a:pt x="46" y="474"/>
                  </a:moveTo>
                  <a:lnTo>
                    <a:pt x="0" y="474"/>
                  </a:lnTo>
                  <a:lnTo>
                    <a:pt x="0" y="474"/>
                  </a:lnTo>
                  <a:lnTo>
                    <a:pt x="46" y="474"/>
                  </a:lnTo>
                  <a:lnTo>
                    <a:pt x="46" y="474"/>
                  </a:lnTo>
                  <a:moveTo>
                    <a:pt x="46" y="0"/>
                  </a:moveTo>
                  <a:lnTo>
                    <a:pt x="0" y="0"/>
                  </a:lnTo>
                  <a:lnTo>
                    <a:pt x="113" y="236"/>
                  </a:lnTo>
                  <a:lnTo>
                    <a:pt x="161" y="236"/>
                  </a:lnTo>
                  <a:lnTo>
                    <a:pt x="4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82">
              <a:extLst>
                <a:ext uri="{FF2B5EF4-FFF2-40B4-BE49-F238E27FC236}">
                  <a16:creationId xmlns:a16="http://schemas.microsoft.com/office/drawing/2014/main" id="{D8CC63DF-2343-3929-0486-C625A6C8D382}"/>
                </a:ext>
                <a:ext uri="{C183D7F6-B498-43B3-948B-1728B52AA6E4}">
                  <adec:decorative xmlns:adec="http://schemas.microsoft.com/office/drawing/2017/decorative" val="1"/>
                </a:ext>
              </a:extLst>
            </p:cNvPr>
            <p:cNvSpPr>
              <a:spLocks/>
            </p:cNvSpPr>
            <p:nvPr/>
          </p:nvSpPr>
          <p:spPr bwMode="auto">
            <a:xfrm>
              <a:off x="528638" y="6762751"/>
              <a:ext cx="836613" cy="768350"/>
            </a:xfrm>
            <a:custGeom>
              <a:avLst/>
              <a:gdLst>
                <a:gd name="T0" fmla="*/ 414 w 527"/>
                <a:gd name="T1" fmla="*/ 484 h 484"/>
                <a:gd name="T2" fmla="*/ 0 w 527"/>
                <a:gd name="T3" fmla="*/ 484 h 484"/>
                <a:gd name="T4" fmla="*/ 0 w 527"/>
                <a:gd name="T5" fmla="*/ 0 h 484"/>
                <a:gd name="T6" fmla="*/ 414 w 527"/>
                <a:gd name="T7" fmla="*/ 0 h 484"/>
                <a:gd name="T8" fmla="*/ 527 w 527"/>
                <a:gd name="T9" fmla="*/ 242 h 484"/>
                <a:gd name="T10" fmla="*/ 414 w 527"/>
                <a:gd name="T11" fmla="*/ 484 h 484"/>
              </a:gdLst>
              <a:ahLst/>
              <a:cxnLst>
                <a:cxn ang="0">
                  <a:pos x="T0" y="T1"/>
                </a:cxn>
                <a:cxn ang="0">
                  <a:pos x="T2" y="T3"/>
                </a:cxn>
                <a:cxn ang="0">
                  <a:pos x="T4" y="T5"/>
                </a:cxn>
                <a:cxn ang="0">
                  <a:pos x="T6" y="T7"/>
                </a:cxn>
                <a:cxn ang="0">
                  <a:pos x="T8" y="T9"/>
                </a:cxn>
                <a:cxn ang="0">
                  <a:pos x="T10" y="T11"/>
                </a:cxn>
              </a:cxnLst>
              <a:rect l="0" t="0" r="r" b="b"/>
              <a:pathLst>
                <a:path w="527" h="484">
                  <a:moveTo>
                    <a:pt x="414" y="484"/>
                  </a:moveTo>
                  <a:lnTo>
                    <a:pt x="0" y="484"/>
                  </a:lnTo>
                  <a:lnTo>
                    <a:pt x="0" y="0"/>
                  </a:lnTo>
                  <a:lnTo>
                    <a:pt x="414" y="0"/>
                  </a:lnTo>
                  <a:lnTo>
                    <a:pt x="527" y="242"/>
                  </a:lnTo>
                  <a:lnTo>
                    <a:pt x="414" y="48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86">
              <a:extLst>
                <a:ext uri="{FF2B5EF4-FFF2-40B4-BE49-F238E27FC236}">
                  <a16:creationId xmlns:a16="http://schemas.microsoft.com/office/drawing/2014/main" id="{46AC153A-BD26-86D4-D170-9DE10CF927B6}"/>
                </a:ext>
                <a:ext uri="{C183D7F6-B498-43B3-948B-1728B52AA6E4}">
                  <adec:decorative xmlns:adec="http://schemas.microsoft.com/office/drawing/2017/decorative" val="1"/>
                </a:ext>
              </a:extLst>
            </p:cNvPr>
            <p:cNvSpPr>
              <a:spLocks/>
            </p:cNvSpPr>
            <p:nvPr/>
          </p:nvSpPr>
          <p:spPr bwMode="auto">
            <a:xfrm>
              <a:off x="2516188" y="7146926"/>
              <a:ext cx="250825" cy="377825"/>
            </a:xfrm>
            <a:custGeom>
              <a:avLst/>
              <a:gdLst>
                <a:gd name="T0" fmla="*/ 158 w 158"/>
                <a:gd name="T1" fmla="*/ 0 h 238"/>
                <a:gd name="T2" fmla="*/ 111 w 158"/>
                <a:gd name="T3" fmla="*/ 0 h 238"/>
                <a:gd name="T4" fmla="*/ 0 w 158"/>
                <a:gd name="T5" fmla="*/ 238 h 238"/>
                <a:gd name="T6" fmla="*/ 43 w 158"/>
                <a:gd name="T7" fmla="*/ 238 h 238"/>
                <a:gd name="T8" fmla="*/ 158 w 158"/>
                <a:gd name="T9" fmla="*/ 0 h 238"/>
              </a:gdLst>
              <a:ahLst/>
              <a:cxnLst>
                <a:cxn ang="0">
                  <a:pos x="T0" y="T1"/>
                </a:cxn>
                <a:cxn ang="0">
                  <a:pos x="T2" y="T3"/>
                </a:cxn>
                <a:cxn ang="0">
                  <a:pos x="T4" y="T5"/>
                </a:cxn>
                <a:cxn ang="0">
                  <a:pos x="T6" y="T7"/>
                </a:cxn>
                <a:cxn ang="0">
                  <a:pos x="T8" y="T9"/>
                </a:cxn>
              </a:cxnLst>
              <a:rect l="0" t="0" r="r" b="b"/>
              <a:pathLst>
                <a:path w="158" h="238">
                  <a:moveTo>
                    <a:pt x="158" y="0"/>
                  </a:moveTo>
                  <a:lnTo>
                    <a:pt x="111" y="0"/>
                  </a:lnTo>
                  <a:lnTo>
                    <a:pt x="0" y="238"/>
                  </a:lnTo>
                  <a:lnTo>
                    <a:pt x="43" y="238"/>
                  </a:lnTo>
                  <a:lnTo>
                    <a:pt x="158" y="0"/>
                  </a:ln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4" name="Freeform 87">
              <a:extLst>
                <a:ext uri="{FF2B5EF4-FFF2-40B4-BE49-F238E27FC236}">
                  <a16:creationId xmlns:a16="http://schemas.microsoft.com/office/drawing/2014/main" id="{A6CB1D4F-B62A-D73C-04CE-F1D3F509C2B8}"/>
                </a:ext>
                <a:ext uri="{C183D7F6-B498-43B3-948B-1728B52AA6E4}">
                  <adec:decorative xmlns:adec="http://schemas.microsoft.com/office/drawing/2017/decorative" val="1"/>
                </a:ext>
              </a:extLst>
            </p:cNvPr>
            <p:cNvSpPr>
              <a:spLocks/>
            </p:cNvSpPr>
            <p:nvPr/>
          </p:nvSpPr>
          <p:spPr bwMode="auto">
            <a:xfrm>
              <a:off x="2516188" y="7146926"/>
              <a:ext cx="250825" cy="377825"/>
            </a:xfrm>
            <a:custGeom>
              <a:avLst/>
              <a:gdLst>
                <a:gd name="T0" fmla="*/ 158 w 158"/>
                <a:gd name="T1" fmla="*/ 0 h 238"/>
                <a:gd name="T2" fmla="*/ 111 w 158"/>
                <a:gd name="T3" fmla="*/ 0 h 238"/>
                <a:gd name="T4" fmla="*/ 0 w 158"/>
                <a:gd name="T5" fmla="*/ 238 h 238"/>
                <a:gd name="T6" fmla="*/ 43 w 158"/>
                <a:gd name="T7" fmla="*/ 238 h 238"/>
                <a:gd name="T8" fmla="*/ 158 w 158"/>
                <a:gd name="T9" fmla="*/ 0 h 238"/>
              </a:gdLst>
              <a:ahLst/>
              <a:cxnLst>
                <a:cxn ang="0">
                  <a:pos x="T0" y="T1"/>
                </a:cxn>
                <a:cxn ang="0">
                  <a:pos x="T2" y="T3"/>
                </a:cxn>
                <a:cxn ang="0">
                  <a:pos x="T4" y="T5"/>
                </a:cxn>
                <a:cxn ang="0">
                  <a:pos x="T6" y="T7"/>
                </a:cxn>
                <a:cxn ang="0">
                  <a:pos x="T8" y="T9"/>
                </a:cxn>
              </a:cxnLst>
              <a:rect l="0" t="0" r="r" b="b"/>
              <a:pathLst>
                <a:path w="158" h="238">
                  <a:moveTo>
                    <a:pt x="158" y="0"/>
                  </a:moveTo>
                  <a:lnTo>
                    <a:pt x="111" y="0"/>
                  </a:lnTo>
                  <a:lnTo>
                    <a:pt x="0" y="238"/>
                  </a:lnTo>
                  <a:lnTo>
                    <a:pt x="43" y="238"/>
                  </a:lnTo>
                  <a:lnTo>
                    <a:pt x="15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89">
              <a:extLst>
                <a:ext uri="{FF2B5EF4-FFF2-40B4-BE49-F238E27FC236}">
                  <a16:creationId xmlns:a16="http://schemas.microsoft.com/office/drawing/2014/main" id="{B85AED54-B428-A6FA-67C0-FFBBC2978492}"/>
                </a:ext>
                <a:ext uri="{C183D7F6-B498-43B3-948B-1728B52AA6E4}">
                  <adec:decorative xmlns:adec="http://schemas.microsoft.com/office/drawing/2017/decorative" val="1"/>
                </a:ext>
              </a:extLst>
            </p:cNvPr>
            <p:cNvSpPr>
              <a:spLocks/>
            </p:cNvSpPr>
            <p:nvPr/>
          </p:nvSpPr>
          <p:spPr bwMode="auto">
            <a:xfrm>
              <a:off x="1924051" y="7146926"/>
              <a:ext cx="755650" cy="377825"/>
            </a:xfrm>
            <a:custGeom>
              <a:avLst/>
              <a:gdLst>
                <a:gd name="T0" fmla="*/ 476 w 476"/>
                <a:gd name="T1" fmla="*/ 0 h 238"/>
                <a:gd name="T2" fmla="*/ 113 w 476"/>
                <a:gd name="T3" fmla="*/ 0 h 238"/>
                <a:gd name="T4" fmla="*/ 0 w 476"/>
                <a:gd name="T5" fmla="*/ 238 h 238"/>
                <a:gd name="T6" fmla="*/ 365 w 476"/>
                <a:gd name="T7" fmla="*/ 238 h 238"/>
                <a:gd name="T8" fmla="*/ 476 w 476"/>
                <a:gd name="T9" fmla="*/ 0 h 238"/>
              </a:gdLst>
              <a:ahLst/>
              <a:cxnLst>
                <a:cxn ang="0">
                  <a:pos x="T0" y="T1"/>
                </a:cxn>
                <a:cxn ang="0">
                  <a:pos x="T2" y="T3"/>
                </a:cxn>
                <a:cxn ang="0">
                  <a:pos x="T4" y="T5"/>
                </a:cxn>
                <a:cxn ang="0">
                  <a:pos x="T6" y="T7"/>
                </a:cxn>
                <a:cxn ang="0">
                  <a:pos x="T8" y="T9"/>
                </a:cxn>
              </a:cxnLst>
              <a:rect l="0" t="0" r="r" b="b"/>
              <a:pathLst>
                <a:path w="476" h="238">
                  <a:moveTo>
                    <a:pt x="476" y="0"/>
                  </a:moveTo>
                  <a:lnTo>
                    <a:pt x="113" y="0"/>
                  </a:lnTo>
                  <a:lnTo>
                    <a:pt x="0" y="238"/>
                  </a:lnTo>
                  <a:lnTo>
                    <a:pt x="365" y="238"/>
                  </a:lnTo>
                  <a:lnTo>
                    <a:pt x="4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92">
              <a:extLst>
                <a:ext uri="{FF2B5EF4-FFF2-40B4-BE49-F238E27FC236}">
                  <a16:creationId xmlns:a16="http://schemas.microsoft.com/office/drawing/2014/main" id="{E9A9A66E-C4C4-F215-67CB-DA03BFE9C079}"/>
                </a:ext>
                <a:ext uri="{C183D7F6-B498-43B3-948B-1728B52AA6E4}">
                  <adec:decorative xmlns:adec="http://schemas.microsoft.com/office/drawing/2017/decorative" val="1"/>
                </a:ext>
              </a:extLst>
            </p:cNvPr>
            <p:cNvSpPr>
              <a:spLocks/>
            </p:cNvSpPr>
            <p:nvPr/>
          </p:nvSpPr>
          <p:spPr bwMode="auto">
            <a:xfrm>
              <a:off x="1857376" y="7146926"/>
              <a:ext cx="246063" cy="377825"/>
            </a:xfrm>
            <a:custGeom>
              <a:avLst/>
              <a:gdLst>
                <a:gd name="T0" fmla="*/ 155 w 155"/>
                <a:gd name="T1" fmla="*/ 0 h 238"/>
                <a:gd name="T2" fmla="*/ 111 w 155"/>
                <a:gd name="T3" fmla="*/ 0 h 238"/>
                <a:gd name="T4" fmla="*/ 0 w 155"/>
                <a:gd name="T5" fmla="*/ 238 h 238"/>
                <a:gd name="T6" fmla="*/ 42 w 155"/>
                <a:gd name="T7" fmla="*/ 238 h 238"/>
                <a:gd name="T8" fmla="*/ 155 w 155"/>
                <a:gd name="T9" fmla="*/ 0 h 238"/>
              </a:gdLst>
              <a:ahLst/>
              <a:cxnLst>
                <a:cxn ang="0">
                  <a:pos x="T0" y="T1"/>
                </a:cxn>
                <a:cxn ang="0">
                  <a:pos x="T2" y="T3"/>
                </a:cxn>
                <a:cxn ang="0">
                  <a:pos x="T4" y="T5"/>
                </a:cxn>
                <a:cxn ang="0">
                  <a:pos x="T6" y="T7"/>
                </a:cxn>
                <a:cxn ang="0">
                  <a:pos x="T8" y="T9"/>
                </a:cxn>
              </a:cxnLst>
              <a:rect l="0" t="0" r="r" b="b"/>
              <a:pathLst>
                <a:path w="155" h="238">
                  <a:moveTo>
                    <a:pt x="155" y="0"/>
                  </a:moveTo>
                  <a:lnTo>
                    <a:pt x="111" y="0"/>
                  </a:lnTo>
                  <a:lnTo>
                    <a:pt x="0" y="238"/>
                  </a:lnTo>
                  <a:lnTo>
                    <a:pt x="42" y="238"/>
                  </a:lnTo>
                  <a:lnTo>
                    <a:pt x="155" y="0"/>
                  </a:ln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93">
              <a:extLst>
                <a:ext uri="{FF2B5EF4-FFF2-40B4-BE49-F238E27FC236}">
                  <a16:creationId xmlns:a16="http://schemas.microsoft.com/office/drawing/2014/main" id="{86746DB9-CD6C-02C8-1B88-8C7106FB4480}"/>
                </a:ext>
                <a:ext uri="{C183D7F6-B498-43B3-948B-1728B52AA6E4}">
                  <adec:decorative xmlns:adec="http://schemas.microsoft.com/office/drawing/2017/decorative" val="1"/>
                </a:ext>
              </a:extLst>
            </p:cNvPr>
            <p:cNvSpPr>
              <a:spLocks/>
            </p:cNvSpPr>
            <p:nvPr/>
          </p:nvSpPr>
          <p:spPr bwMode="auto">
            <a:xfrm>
              <a:off x="1857376" y="7146926"/>
              <a:ext cx="246063" cy="377825"/>
            </a:xfrm>
            <a:custGeom>
              <a:avLst/>
              <a:gdLst>
                <a:gd name="T0" fmla="*/ 155 w 155"/>
                <a:gd name="T1" fmla="*/ 0 h 238"/>
                <a:gd name="T2" fmla="*/ 111 w 155"/>
                <a:gd name="T3" fmla="*/ 0 h 238"/>
                <a:gd name="T4" fmla="*/ 0 w 155"/>
                <a:gd name="T5" fmla="*/ 238 h 238"/>
                <a:gd name="T6" fmla="*/ 42 w 155"/>
                <a:gd name="T7" fmla="*/ 238 h 238"/>
                <a:gd name="T8" fmla="*/ 155 w 155"/>
                <a:gd name="T9" fmla="*/ 0 h 238"/>
              </a:gdLst>
              <a:ahLst/>
              <a:cxnLst>
                <a:cxn ang="0">
                  <a:pos x="T0" y="T1"/>
                </a:cxn>
                <a:cxn ang="0">
                  <a:pos x="T2" y="T3"/>
                </a:cxn>
                <a:cxn ang="0">
                  <a:pos x="T4" y="T5"/>
                </a:cxn>
                <a:cxn ang="0">
                  <a:pos x="T6" y="T7"/>
                </a:cxn>
                <a:cxn ang="0">
                  <a:pos x="T8" y="T9"/>
                </a:cxn>
              </a:cxnLst>
              <a:rect l="0" t="0" r="r" b="b"/>
              <a:pathLst>
                <a:path w="155" h="238">
                  <a:moveTo>
                    <a:pt x="155" y="0"/>
                  </a:moveTo>
                  <a:lnTo>
                    <a:pt x="111" y="0"/>
                  </a:lnTo>
                  <a:lnTo>
                    <a:pt x="0" y="238"/>
                  </a:lnTo>
                  <a:lnTo>
                    <a:pt x="42" y="238"/>
                  </a:lnTo>
                  <a:lnTo>
                    <a:pt x="15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95">
              <a:extLst>
                <a:ext uri="{FF2B5EF4-FFF2-40B4-BE49-F238E27FC236}">
                  <a16:creationId xmlns:a16="http://schemas.microsoft.com/office/drawing/2014/main" id="{AB9662DD-C025-7AD7-DD21-AA34BB56A86F}"/>
                </a:ext>
                <a:ext uri="{C183D7F6-B498-43B3-948B-1728B52AA6E4}">
                  <adec:decorative xmlns:adec="http://schemas.microsoft.com/office/drawing/2017/decorative" val="1"/>
                </a:ext>
              </a:extLst>
            </p:cNvPr>
            <p:cNvSpPr>
              <a:spLocks/>
            </p:cNvSpPr>
            <p:nvPr/>
          </p:nvSpPr>
          <p:spPr bwMode="auto">
            <a:xfrm>
              <a:off x="1268413" y="7146926"/>
              <a:ext cx="752475" cy="377825"/>
            </a:xfrm>
            <a:custGeom>
              <a:avLst/>
              <a:gdLst>
                <a:gd name="T0" fmla="*/ 474 w 474"/>
                <a:gd name="T1" fmla="*/ 0 h 238"/>
                <a:gd name="T2" fmla="*/ 115 w 474"/>
                <a:gd name="T3" fmla="*/ 0 h 238"/>
                <a:gd name="T4" fmla="*/ 0 w 474"/>
                <a:gd name="T5" fmla="*/ 238 h 238"/>
                <a:gd name="T6" fmla="*/ 361 w 474"/>
                <a:gd name="T7" fmla="*/ 238 h 238"/>
                <a:gd name="T8" fmla="*/ 474 w 474"/>
                <a:gd name="T9" fmla="*/ 0 h 238"/>
              </a:gdLst>
              <a:ahLst/>
              <a:cxnLst>
                <a:cxn ang="0">
                  <a:pos x="T0" y="T1"/>
                </a:cxn>
                <a:cxn ang="0">
                  <a:pos x="T2" y="T3"/>
                </a:cxn>
                <a:cxn ang="0">
                  <a:pos x="T4" y="T5"/>
                </a:cxn>
                <a:cxn ang="0">
                  <a:pos x="T6" y="T7"/>
                </a:cxn>
                <a:cxn ang="0">
                  <a:pos x="T8" y="T9"/>
                </a:cxn>
              </a:cxnLst>
              <a:rect l="0" t="0" r="r" b="b"/>
              <a:pathLst>
                <a:path w="474" h="238">
                  <a:moveTo>
                    <a:pt x="474" y="0"/>
                  </a:moveTo>
                  <a:lnTo>
                    <a:pt x="115" y="0"/>
                  </a:lnTo>
                  <a:lnTo>
                    <a:pt x="0" y="238"/>
                  </a:lnTo>
                  <a:lnTo>
                    <a:pt x="361" y="238"/>
                  </a:lnTo>
                  <a:lnTo>
                    <a:pt x="47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98">
              <a:extLst>
                <a:ext uri="{FF2B5EF4-FFF2-40B4-BE49-F238E27FC236}">
                  <a16:creationId xmlns:a16="http://schemas.microsoft.com/office/drawing/2014/main" id="{58DB0EF9-FFC8-7A61-CB70-FC730BB4749C}"/>
                </a:ext>
                <a:ext uri="{C183D7F6-B498-43B3-948B-1728B52AA6E4}">
                  <adec:decorative xmlns:adec="http://schemas.microsoft.com/office/drawing/2017/decorative" val="1"/>
                </a:ext>
              </a:extLst>
            </p:cNvPr>
            <p:cNvSpPr>
              <a:spLocks/>
            </p:cNvSpPr>
            <p:nvPr/>
          </p:nvSpPr>
          <p:spPr bwMode="auto">
            <a:xfrm>
              <a:off x="1195388" y="7146926"/>
              <a:ext cx="255588" cy="377825"/>
            </a:xfrm>
            <a:custGeom>
              <a:avLst/>
              <a:gdLst>
                <a:gd name="T0" fmla="*/ 161 w 161"/>
                <a:gd name="T1" fmla="*/ 0 h 238"/>
                <a:gd name="T2" fmla="*/ 113 w 161"/>
                <a:gd name="T3" fmla="*/ 0 h 238"/>
                <a:gd name="T4" fmla="*/ 0 w 161"/>
                <a:gd name="T5" fmla="*/ 238 h 238"/>
                <a:gd name="T6" fmla="*/ 46 w 161"/>
                <a:gd name="T7" fmla="*/ 238 h 238"/>
                <a:gd name="T8" fmla="*/ 161 w 161"/>
                <a:gd name="T9" fmla="*/ 0 h 238"/>
              </a:gdLst>
              <a:ahLst/>
              <a:cxnLst>
                <a:cxn ang="0">
                  <a:pos x="T0" y="T1"/>
                </a:cxn>
                <a:cxn ang="0">
                  <a:pos x="T2" y="T3"/>
                </a:cxn>
                <a:cxn ang="0">
                  <a:pos x="T4" y="T5"/>
                </a:cxn>
                <a:cxn ang="0">
                  <a:pos x="T6" y="T7"/>
                </a:cxn>
                <a:cxn ang="0">
                  <a:pos x="T8" y="T9"/>
                </a:cxn>
              </a:cxnLst>
              <a:rect l="0" t="0" r="r" b="b"/>
              <a:pathLst>
                <a:path w="161" h="238">
                  <a:moveTo>
                    <a:pt x="161" y="0"/>
                  </a:moveTo>
                  <a:lnTo>
                    <a:pt x="113" y="0"/>
                  </a:lnTo>
                  <a:lnTo>
                    <a:pt x="0" y="238"/>
                  </a:lnTo>
                  <a:lnTo>
                    <a:pt x="46" y="238"/>
                  </a:lnTo>
                  <a:lnTo>
                    <a:pt x="161" y="0"/>
                  </a:ln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0" name="Freeform 99">
              <a:extLst>
                <a:ext uri="{FF2B5EF4-FFF2-40B4-BE49-F238E27FC236}">
                  <a16:creationId xmlns:a16="http://schemas.microsoft.com/office/drawing/2014/main" id="{DFF3DEAC-06FA-4C11-779F-E55CFE4A65F7}"/>
                </a:ext>
                <a:ext uri="{C183D7F6-B498-43B3-948B-1728B52AA6E4}">
                  <adec:decorative xmlns:adec="http://schemas.microsoft.com/office/drawing/2017/decorative" val="1"/>
                </a:ext>
              </a:extLst>
            </p:cNvPr>
            <p:cNvSpPr>
              <a:spLocks/>
            </p:cNvSpPr>
            <p:nvPr/>
          </p:nvSpPr>
          <p:spPr bwMode="auto">
            <a:xfrm>
              <a:off x="1195388" y="7146926"/>
              <a:ext cx="255588" cy="377825"/>
            </a:xfrm>
            <a:custGeom>
              <a:avLst/>
              <a:gdLst>
                <a:gd name="T0" fmla="*/ 161 w 161"/>
                <a:gd name="T1" fmla="*/ 0 h 238"/>
                <a:gd name="T2" fmla="*/ 113 w 161"/>
                <a:gd name="T3" fmla="*/ 0 h 238"/>
                <a:gd name="T4" fmla="*/ 0 w 161"/>
                <a:gd name="T5" fmla="*/ 238 h 238"/>
                <a:gd name="T6" fmla="*/ 46 w 161"/>
                <a:gd name="T7" fmla="*/ 238 h 238"/>
                <a:gd name="T8" fmla="*/ 161 w 161"/>
                <a:gd name="T9" fmla="*/ 0 h 238"/>
              </a:gdLst>
              <a:ahLst/>
              <a:cxnLst>
                <a:cxn ang="0">
                  <a:pos x="T0" y="T1"/>
                </a:cxn>
                <a:cxn ang="0">
                  <a:pos x="T2" y="T3"/>
                </a:cxn>
                <a:cxn ang="0">
                  <a:pos x="T4" y="T5"/>
                </a:cxn>
                <a:cxn ang="0">
                  <a:pos x="T6" y="T7"/>
                </a:cxn>
                <a:cxn ang="0">
                  <a:pos x="T8" y="T9"/>
                </a:cxn>
              </a:cxnLst>
              <a:rect l="0" t="0" r="r" b="b"/>
              <a:pathLst>
                <a:path w="161" h="238">
                  <a:moveTo>
                    <a:pt x="161" y="0"/>
                  </a:moveTo>
                  <a:lnTo>
                    <a:pt x="113" y="0"/>
                  </a:lnTo>
                  <a:lnTo>
                    <a:pt x="0" y="238"/>
                  </a:lnTo>
                  <a:lnTo>
                    <a:pt x="46" y="238"/>
                  </a:lnTo>
                  <a:lnTo>
                    <a:pt x="16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101">
              <a:extLst>
                <a:ext uri="{FF2B5EF4-FFF2-40B4-BE49-F238E27FC236}">
                  <a16:creationId xmlns:a16="http://schemas.microsoft.com/office/drawing/2014/main" id="{FF3BA7FB-CED4-FFCF-5F18-8B90CF9F2104}"/>
                </a:ext>
                <a:ext uri="{C183D7F6-B498-43B3-948B-1728B52AA6E4}">
                  <adec:decorative xmlns:adec="http://schemas.microsoft.com/office/drawing/2017/decorative" val="1"/>
                </a:ext>
              </a:extLst>
            </p:cNvPr>
            <p:cNvSpPr>
              <a:spLocks/>
            </p:cNvSpPr>
            <p:nvPr/>
          </p:nvSpPr>
          <p:spPr bwMode="auto">
            <a:xfrm>
              <a:off x="534988" y="7146926"/>
              <a:ext cx="825500" cy="377825"/>
            </a:xfrm>
            <a:custGeom>
              <a:avLst/>
              <a:gdLst>
                <a:gd name="T0" fmla="*/ 520 w 520"/>
                <a:gd name="T1" fmla="*/ 0 h 238"/>
                <a:gd name="T2" fmla="*/ 0 w 520"/>
                <a:gd name="T3" fmla="*/ 0 h 238"/>
                <a:gd name="T4" fmla="*/ 0 w 520"/>
                <a:gd name="T5" fmla="*/ 238 h 238"/>
                <a:gd name="T6" fmla="*/ 408 w 520"/>
                <a:gd name="T7" fmla="*/ 238 h 238"/>
                <a:gd name="T8" fmla="*/ 520 w 520"/>
                <a:gd name="T9" fmla="*/ 0 h 238"/>
              </a:gdLst>
              <a:ahLst/>
              <a:cxnLst>
                <a:cxn ang="0">
                  <a:pos x="T0" y="T1"/>
                </a:cxn>
                <a:cxn ang="0">
                  <a:pos x="T2" y="T3"/>
                </a:cxn>
                <a:cxn ang="0">
                  <a:pos x="T4" y="T5"/>
                </a:cxn>
                <a:cxn ang="0">
                  <a:pos x="T6" y="T7"/>
                </a:cxn>
                <a:cxn ang="0">
                  <a:pos x="T8" y="T9"/>
                </a:cxn>
              </a:cxnLst>
              <a:rect l="0" t="0" r="r" b="b"/>
              <a:pathLst>
                <a:path w="520" h="238">
                  <a:moveTo>
                    <a:pt x="520" y="0"/>
                  </a:moveTo>
                  <a:lnTo>
                    <a:pt x="0" y="0"/>
                  </a:lnTo>
                  <a:lnTo>
                    <a:pt x="0" y="238"/>
                  </a:lnTo>
                  <a:lnTo>
                    <a:pt x="408" y="238"/>
                  </a:lnTo>
                  <a:lnTo>
                    <a:pt x="5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187">
              <a:extLst>
                <a:ext uri="{FF2B5EF4-FFF2-40B4-BE49-F238E27FC236}">
                  <a16:creationId xmlns:a16="http://schemas.microsoft.com/office/drawing/2014/main" id="{AC47F127-4F8D-8869-43A9-321DD8012B08}"/>
                </a:ext>
                <a:ext uri="{C183D7F6-B498-43B3-948B-1728B52AA6E4}">
                  <adec:decorative xmlns:adec="http://schemas.microsoft.com/office/drawing/2017/decorative" val="1"/>
                </a:ext>
              </a:extLst>
            </p:cNvPr>
            <p:cNvSpPr>
              <a:spLocks noEditPoints="1"/>
            </p:cNvSpPr>
            <p:nvPr/>
          </p:nvSpPr>
          <p:spPr bwMode="auto">
            <a:xfrm>
              <a:off x="530225" y="7151688"/>
              <a:ext cx="2832100" cy="382587"/>
            </a:xfrm>
            <a:custGeom>
              <a:avLst/>
              <a:gdLst>
                <a:gd name="T0" fmla="*/ 1784 w 1784"/>
                <a:gd name="T1" fmla="*/ 0 h 241"/>
                <a:gd name="T2" fmla="*/ 0 w 1784"/>
                <a:gd name="T3" fmla="*/ 0 h 241"/>
                <a:gd name="T4" fmla="*/ 0 w 1784"/>
                <a:gd name="T5" fmla="*/ 241 h 241"/>
                <a:gd name="T6" fmla="*/ 1672 w 1784"/>
                <a:gd name="T7" fmla="*/ 241 h 241"/>
                <a:gd name="T8" fmla="*/ 1784 w 1784"/>
                <a:gd name="T9" fmla="*/ 0 h 241"/>
                <a:gd name="T10" fmla="*/ 1784 w 1784"/>
                <a:gd name="T11" fmla="*/ 0 h 241"/>
                <a:gd name="T12" fmla="*/ 1784 w 1784"/>
                <a:gd name="T13" fmla="*/ 0 h 241"/>
              </a:gdLst>
              <a:ahLst/>
              <a:cxnLst>
                <a:cxn ang="0">
                  <a:pos x="T0" y="T1"/>
                </a:cxn>
                <a:cxn ang="0">
                  <a:pos x="T2" y="T3"/>
                </a:cxn>
                <a:cxn ang="0">
                  <a:pos x="T4" y="T5"/>
                </a:cxn>
                <a:cxn ang="0">
                  <a:pos x="T6" y="T7"/>
                </a:cxn>
                <a:cxn ang="0">
                  <a:pos x="T8" y="T9"/>
                </a:cxn>
                <a:cxn ang="0">
                  <a:pos x="T10" y="T11"/>
                </a:cxn>
                <a:cxn ang="0">
                  <a:pos x="T12" y="T13"/>
                </a:cxn>
              </a:cxnLst>
              <a:rect l="0" t="0" r="r" b="b"/>
              <a:pathLst>
                <a:path w="1784" h="241">
                  <a:moveTo>
                    <a:pt x="1784" y="0"/>
                  </a:moveTo>
                  <a:lnTo>
                    <a:pt x="0" y="0"/>
                  </a:lnTo>
                  <a:lnTo>
                    <a:pt x="0" y="241"/>
                  </a:lnTo>
                  <a:lnTo>
                    <a:pt x="1672" y="241"/>
                  </a:lnTo>
                  <a:lnTo>
                    <a:pt x="1784" y="0"/>
                  </a:lnTo>
                  <a:moveTo>
                    <a:pt x="1784" y="0"/>
                  </a:moveTo>
                  <a:lnTo>
                    <a:pt x="178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 name="Rectangle 3">
            <a:extLst>
              <a:ext uri="{FF2B5EF4-FFF2-40B4-BE49-F238E27FC236}">
                <a16:creationId xmlns:a16="http://schemas.microsoft.com/office/drawing/2014/main" id="{8559F5E1-8FFE-4CA6-9E2E-8FF7CBE63227}"/>
              </a:ext>
            </a:extLst>
          </p:cNvPr>
          <p:cNvSpPr/>
          <p:nvPr/>
        </p:nvSpPr>
        <p:spPr>
          <a:xfrm>
            <a:off x="0" y="0"/>
            <a:ext cx="30275213" cy="3186332"/>
          </a:xfrm>
          <a:prstGeom prst="rect">
            <a:avLst/>
          </a:prstGeom>
          <a:gradFill>
            <a:gsLst>
              <a:gs pos="0">
                <a:schemeClr val="accent1">
                  <a:lumMod val="75000"/>
                </a:schemeClr>
              </a:gs>
              <a:gs pos="100000">
                <a:schemeClr val="accent1">
                  <a:lumMod val="75000"/>
                  <a:alpha val="70000"/>
                </a:schemeClr>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625B6F7-F4F4-DE28-7401-A9A59722D7EC}"/>
              </a:ext>
            </a:extLst>
          </p:cNvPr>
          <p:cNvGrpSpPr/>
          <p:nvPr/>
        </p:nvGrpSpPr>
        <p:grpSpPr>
          <a:xfrm>
            <a:off x="24392206" y="-1172308"/>
            <a:ext cx="6821119" cy="6751320"/>
            <a:chOff x="9448800" y="5013960"/>
            <a:chExt cx="6821119" cy="6751320"/>
          </a:xfrm>
          <a:gradFill>
            <a:gsLst>
              <a:gs pos="0">
                <a:schemeClr val="bg1">
                  <a:alpha val="1000"/>
                </a:schemeClr>
              </a:gs>
              <a:gs pos="100000">
                <a:schemeClr val="bg1">
                  <a:alpha val="20000"/>
                </a:schemeClr>
              </a:gs>
            </a:gsLst>
            <a:lin ang="21594000" scaled="0"/>
          </a:gradFill>
        </p:grpSpPr>
        <p:sp>
          <p:nvSpPr>
            <p:cNvPr id="5" name="Hexagon 4">
              <a:extLst>
                <a:ext uri="{FF2B5EF4-FFF2-40B4-BE49-F238E27FC236}">
                  <a16:creationId xmlns:a16="http://schemas.microsoft.com/office/drawing/2014/main" id="{64DA78B6-E60B-8912-1D40-D22FF2B1B78E}"/>
                </a:ext>
              </a:extLst>
            </p:cNvPr>
            <p:cNvSpPr/>
            <p:nvPr/>
          </p:nvSpPr>
          <p:spPr>
            <a:xfrm>
              <a:off x="13830300" y="5013960"/>
              <a:ext cx="2439619" cy="2103120"/>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Hexagon 5">
              <a:extLst>
                <a:ext uri="{FF2B5EF4-FFF2-40B4-BE49-F238E27FC236}">
                  <a16:creationId xmlns:a16="http://schemas.microsoft.com/office/drawing/2014/main" id="{A85E1AE2-6E5C-BA23-0320-F8AEA4A11651}"/>
                </a:ext>
              </a:extLst>
            </p:cNvPr>
            <p:cNvSpPr/>
            <p:nvPr/>
          </p:nvSpPr>
          <p:spPr>
            <a:xfrm>
              <a:off x="13830300" y="7338060"/>
              <a:ext cx="2439619" cy="2103120"/>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exagon 6">
              <a:extLst>
                <a:ext uri="{FF2B5EF4-FFF2-40B4-BE49-F238E27FC236}">
                  <a16:creationId xmlns:a16="http://schemas.microsoft.com/office/drawing/2014/main" id="{8AD2B990-87CE-7AC6-4DC0-A1D5800A9C5C}"/>
                </a:ext>
              </a:extLst>
            </p:cNvPr>
            <p:cNvSpPr/>
            <p:nvPr/>
          </p:nvSpPr>
          <p:spPr>
            <a:xfrm>
              <a:off x="9563100" y="7406640"/>
              <a:ext cx="2439619" cy="2103120"/>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exagon 7">
              <a:extLst>
                <a:ext uri="{FF2B5EF4-FFF2-40B4-BE49-F238E27FC236}">
                  <a16:creationId xmlns:a16="http://schemas.microsoft.com/office/drawing/2014/main" id="{9CD67156-276C-45B3-2DA5-B72DA7C456DB}"/>
                </a:ext>
              </a:extLst>
            </p:cNvPr>
            <p:cNvSpPr/>
            <p:nvPr/>
          </p:nvSpPr>
          <p:spPr>
            <a:xfrm>
              <a:off x="11696700" y="8534400"/>
              <a:ext cx="2439619" cy="2103120"/>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65447D6D-CEA6-137E-D287-BF6349DDFEA0}"/>
                </a:ext>
              </a:extLst>
            </p:cNvPr>
            <p:cNvSpPr/>
            <p:nvPr/>
          </p:nvSpPr>
          <p:spPr>
            <a:xfrm>
              <a:off x="11696700" y="6141720"/>
              <a:ext cx="2439619" cy="2103120"/>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680CB974-B4BA-7EFE-F653-E87C092C7355}"/>
                </a:ext>
              </a:extLst>
            </p:cNvPr>
            <p:cNvSpPr/>
            <p:nvPr/>
          </p:nvSpPr>
          <p:spPr>
            <a:xfrm>
              <a:off x="9448800" y="5013960"/>
              <a:ext cx="2439619" cy="2103120"/>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0D711F70-0428-5554-745F-5AD4673A435C}"/>
                </a:ext>
              </a:extLst>
            </p:cNvPr>
            <p:cNvSpPr/>
            <p:nvPr/>
          </p:nvSpPr>
          <p:spPr>
            <a:xfrm>
              <a:off x="13830300" y="9662160"/>
              <a:ext cx="2439619" cy="2103120"/>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FF45DC5B-FCD7-E8E6-4CC3-9CD1759E055E}"/>
              </a:ext>
            </a:extLst>
          </p:cNvPr>
          <p:cNvGrpSpPr/>
          <p:nvPr/>
        </p:nvGrpSpPr>
        <p:grpSpPr>
          <a:xfrm>
            <a:off x="1596012" y="428517"/>
            <a:ext cx="5507907" cy="1446550"/>
            <a:chOff x="1596012" y="428517"/>
            <a:chExt cx="5507907" cy="1446550"/>
          </a:xfrm>
        </p:grpSpPr>
        <p:pic>
          <p:nvPicPr>
            <p:cNvPr id="14" name="Graphic 13" descr="Covid-19 with solid fill">
              <a:extLst>
                <a:ext uri="{FF2B5EF4-FFF2-40B4-BE49-F238E27FC236}">
                  <a16:creationId xmlns:a16="http://schemas.microsoft.com/office/drawing/2014/main" id="{18B32DDD-B18A-7B83-69B2-E39E770A27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6012" y="431792"/>
              <a:ext cx="1440000" cy="1440000"/>
            </a:xfrm>
            <a:prstGeom prst="rect">
              <a:avLst/>
            </a:prstGeom>
          </p:spPr>
        </p:pic>
        <p:cxnSp>
          <p:nvCxnSpPr>
            <p:cNvPr id="16" name="Straight Connector 15">
              <a:extLst>
                <a:ext uri="{FF2B5EF4-FFF2-40B4-BE49-F238E27FC236}">
                  <a16:creationId xmlns:a16="http://schemas.microsoft.com/office/drawing/2014/main" id="{854BCED2-E82D-C29B-52FF-93DC589B17F2}"/>
                </a:ext>
              </a:extLst>
            </p:cNvPr>
            <p:cNvCxnSpPr>
              <a:cxnSpLocks/>
            </p:cNvCxnSpPr>
            <p:nvPr/>
          </p:nvCxnSpPr>
          <p:spPr>
            <a:xfrm>
              <a:off x="3182550" y="521792"/>
              <a:ext cx="0" cy="126000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C978022-47DF-04D1-61EE-25CCF208BBD9}"/>
                </a:ext>
              </a:extLst>
            </p:cNvPr>
            <p:cNvSpPr txBox="1"/>
            <p:nvPr/>
          </p:nvSpPr>
          <p:spPr>
            <a:xfrm>
              <a:off x="3329088" y="428517"/>
              <a:ext cx="3774831" cy="1446550"/>
            </a:xfrm>
            <a:prstGeom prst="rect">
              <a:avLst/>
            </a:prstGeom>
            <a:noFill/>
          </p:spPr>
          <p:txBody>
            <a:bodyPr wrap="square" rtlCol="0">
              <a:spAutoFit/>
            </a:bodyPr>
            <a:lstStyle/>
            <a:p>
              <a:r>
                <a:rPr lang="en-US" sz="4400" dirty="0">
                  <a:solidFill>
                    <a:schemeClr val="bg1"/>
                  </a:solidFill>
                  <a:latin typeface="Roboto" panose="02000000000000000000" pitchFamily="2" charset="0"/>
                  <a:ea typeface="Roboto" panose="02000000000000000000" pitchFamily="2" charset="0"/>
                </a:rPr>
                <a:t>U</a:t>
              </a:r>
              <a:r>
                <a:rPr lang="en-US" altLang="zh-CN" sz="4400" dirty="0">
                  <a:solidFill>
                    <a:schemeClr val="bg1"/>
                  </a:solidFill>
                  <a:latin typeface="Roboto" panose="02000000000000000000" pitchFamily="2" charset="0"/>
                  <a:ea typeface="Roboto" panose="02000000000000000000" pitchFamily="2" charset="0"/>
                </a:rPr>
                <a:t>niversity </a:t>
              </a:r>
            </a:p>
            <a:p>
              <a:r>
                <a:rPr lang="en-US" altLang="zh-CN" sz="4400" dirty="0">
                  <a:solidFill>
                    <a:schemeClr val="bg1"/>
                  </a:solidFill>
                  <a:latin typeface="Roboto" panose="02000000000000000000" pitchFamily="2" charset="0"/>
                  <a:ea typeface="Roboto" panose="02000000000000000000" pitchFamily="2" charset="0"/>
                </a:rPr>
                <a:t>of Science</a:t>
              </a:r>
              <a:endParaRPr lang="en-US" sz="4400" dirty="0">
                <a:solidFill>
                  <a:schemeClr val="bg1"/>
                </a:solidFill>
                <a:latin typeface="Roboto" panose="02000000000000000000" pitchFamily="2" charset="0"/>
                <a:ea typeface="Roboto" panose="02000000000000000000" pitchFamily="2" charset="0"/>
              </a:endParaRPr>
            </a:p>
          </p:txBody>
        </p:sp>
      </p:grpSp>
      <p:sp>
        <p:nvSpPr>
          <p:cNvPr id="18" name="TextBox 17">
            <a:extLst>
              <a:ext uri="{FF2B5EF4-FFF2-40B4-BE49-F238E27FC236}">
                <a16:creationId xmlns:a16="http://schemas.microsoft.com/office/drawing/2014/main" id="{1C289C12-B4B9-894D-78CD-77FCCDCEA6A3}"/>
              </a:ext>
            </a:extLst>
          </p:cNvPr>
          <p:cNvSpPr txBox="1"/>
          <p:nvPr/>
        </p:nvSpPr>
        <p:spPr>
          <a:xfrm>
            <a:off x="1195487" y="1989992"/>
            <a:ext cx="5463217" cy="830997"/>
          </a:xfrm>
          <a:prstGeom prst="rect">
            <a:avLst/>
          </a:prstGeom>
          <a:noFill/>
        </p:spPr>
        <p:txBody>
          <a:bodyPr wrap="square" rtlCol="0">
            <a:spAutoFit/>
          </a:bodyPr>
          <a:lstStyle/>
          <a:p>
            <a:pPr algn="ctr"/>
            <a:r>
              <a:rPr lang="en-US" sz="2400" i="1" dirty="0">
                <a:solidFill>
                  <a:schemeClr val="bg1">
                    <a:lumMod val="85000"/>
                  </a:schemeClr>
                </a:solidFill>
                <a:latin typeface="Roboto" panose="02000000000000000000" pitchFamily="2" charset="0"/>
                <a:ea typeface="Roboto" panose="02000000000000000000" pitchFamily="2" charset="0"/>
              </a:rPr>
              <a:t>Lorem ipsum dolor sit </a:t>
            </a:r>
            <a:r>
              <a:rPr lang="en-US" sz="2400" i="1" dirty="0" err="1">
                <a:solidFill>
                  <a:schemeClr val="bg1">
                    <a:lumMod val="85000"/>
                  </a:schemeClr>
                </a:solidFill>
                <a:latin typeface="Roboto" panose="02000000000000000000" pitchFamily="2" charset="0"/>
                <a:ea typeface="Roboto" panose="02000000000000000000" pitchFamily="2" charset="0"/>
              </a:rPr>
              <a:t>amet</a:t>
            </a:r>
            <a:r>
              <a:rPr lang="en-US" sz="2400" i="1" dirty="0">
                <a:solidFill>
                  <a:schemeClr val="bg1">
                    <a:lumMod val="85000"/>
                  </a:schemeClr>
                </a:solidFill>
                <a:latin typeface="Roboto" panose="02000000000000000000" pitchFamily="2" charset="0"/>
                <a:ea typeface="Roboto" panose="02000000000000000000" pitchFamily="2" charset="0"/>
              </a:rPr>
              <a:t>, </a:t>
            </a:r>
            <a:r>
              <a:rPr lang="en-US" sz="2400" i="1" dirty="0" err="1">
                <a:solidFill>
                  <a:schemeClr val="bg1">
                    <a:lumMod val="85000"/>
                  </a:schemeClr>
                </a:solidFill>
                <a:latin typeface="Roboto" panose="02000000000000000000" pitchFamily="2" charset="0"/>
                <a:ea typeface="Roboto" panose="02000000000000000000" pitchFamily="2" charset="0"/>
              </a:rPr>
              <a:t>consectetur</a:t>
            </a:r>
            <a:r>
              <a:rPr lang="en-US" sz="2400" i="1" dirty="0">
                <a:solidFill>
                  <a:schemeClr val="bg1">
                    <a:lumMod val="85000"/>
                  </a:schemeClr>
                </a:solidFill>
                <a:latin typeface="Roboto" panose="02000000000000000000" pitchFamily="2" charset="0"/>
                <a:ea typeface="Roboto" panose="02000000000000000000" pitchFamily="2" charset="0"/>
              </a:rPr>
              <a:t> </a:t>
            </a:r>
            <a:r>
              <a:rPr lang="en-US" sz="2400" i="1" dirty="0" err="1">
                <a:solidFill>
                  <a:schemeClr val="bg1">
                    <a:lumMod val="85000"/>
                  </a:schemeClr>
                </a:solidFill>
                <a:latin typeface="Roboto" panose="02000000000000000000" pitchFamily="2" charset="0"/>
                <a:ea typeface="Roboto" panose="02000000000000000000" pitchFamily="2" charset="0"/>
              </a:rPr>
              <a:t>adipiscing</a:t>
            </a:r>
            <a:r>
              <a:rPr lang="en-US" sz="2400" i="1" dirty="0">
                <a:solidFill>
                  <a:schemeClr val="bg1">
                    <a:lumMod val="85000"/>
                  </a:schemeClr>
                </a:solidFill>
                <a:latin typeface="Roboto" panose="02000000000000000000" pitchFamily="2" charset="0"/>
                <a:ea typeface="Roboto" panose="02000000000000000000" pitchFamily="2" charset="0"/>
              </a:rPr>
              <a:t> </a:t>
            </a:r>
            <a:r>
              <a:rPr lang="en-US" sz="2400" i="1" dirty="0" err="1">
                <a:solidFill>
                  <a:schemeClr val="bg1">
                    <a:lumMod val="85000"/>
                  </a:schemeClr>
                </a:solidFill>
                <a:latin typeface="Roboto" panose="02000000000000000000" pitchFamily="2" charset="0"/>
                <a:ea typeface="Roboto" panose="02000000000000000000" pitchFamily="2" charset="0"/>
              </a:rPr>
              <a:t>elit</a:t>
            </a:r>
            <a:r>
              <a:rPr lang="en-US" sz="2400" i="1" dirty="0">
                <a:solidFill>
                  <a:schemeClr val="bg1">
                    <a:lumMod val="85000"/>
                  </a:schemeClr>
                </a:solidFill>
                <a:latin typeface="Roboto" panose="02000000000000000000" pitchFamily="2" charset="0"/>
                <a:ea typeface="Roboto" panose="02000000000000000000" pitchFamily="2" charset="0"/>
              </a:rPr>
              <a:t>. </a:t>
            </a:r>
          </a:p>
        </p:txBody>
      </p:sp>
      <p:sp>
        <p:nvSpPr>
          <p:cNvPr id="20" name="TextBox 19">
            <a:extLst>
              <a:ext uri="{FF2B5EF4-FFF2-40B4-BE49-F238E27FC236}">
                <a16:creationId xmlns:a16="http://schemas.microsoft.com/office/drawing/2014/main" id="{6005A11B-AA23-1ED2-DB07-3B743C4AD66C}"/>
              </a:ext>
            </a:extLst>
          </p:cNvPr>
          <p:cNvSpPr txBox="1"/>
          <p:nvPr/>
        </p:nvSpPr>
        <p:spPr>
          <a:xfrm>
            <a:off x="8254716" y="428517"/>
            <a:ext cx="18837947" cy="1754326"/>
          </a:xfrm>
          <a:prstGeom prst="rect">
            <a:avLst/>
          </a:prstGeom>
          <a:noFill/>
        </p:spPr>
        <p:txBody>
          <a:bodyPr wrap="square" rtlCol="0">
            <a:spAutoFit/>
          </a:bodyPr>
          <a:lstStyle/>
          <a:p>
            <a:r>
              <a:rPr lang="en-US" sz="5400" dirty="0">
                <a:solidFill>
                  <a:schemeClr val="bg1"/>
                </a:solidFill>
                <a:latin typeface="Roboto" panose="02000000000000000000" pitchFamily="2" charset="0"/>
                <a:ea typeface="Roboto" panose="02000000000000000000" pitchFamily="2" charset="0"/>
              </a:rPr>
              <a:t>Exploring the Effects of Microplastics on Aquatic Environments and Wildlife</a:t>
            </a:r>
          </a:p>
        </p:txBody>
      </p:sp>
      <p:sp>
        <p:nvSpPr>
          <p:cNvPr id="21" name="TextBox 20">
            <a:extLst>
              <a:ext uri="{FF2B5EF4-FFF2-40B4-BE49-F238E27FC236}">
                <a16:creationId xmlns:a16="http://schemas.microsoft.com/office/drawing/2014/main" id="{D7E9C173-CE98-E0F1-E61F-E2B13CD12099}"/>
              </a:ext>
            </a:extLst>
          </p:cNvPr>
          <p:cNvSpPr txBox="1"/>
          <p:nvPr/>
        </p:nvSpPr>
        <p:spPr>
          <a:xfrm>
            <a:off x="8254715" y="2271932"/>
            <a:ext cx="11955869" cy="584775"/>
          </a:xfrm>
          <a:prstGeom prst="rect">
            <a:avLst/>
          </a:prstGeom>
          <a:noFill/>
        </p:spPr>
        <p:txBody>
          <a:bodyPr wrap="square" rtlCol="0">
            <a:spAutoFit/>
          </a:bodyPr>
          <a:lstStyle/>
          <a:p>
            <a:r>
              <a:rPr lang="en-US" sz="3200" dirty="0">
                <a:solidFill>
                  <a:schemeClr val="bg1">
                    <a:lumMod val="95000"/>
                  </a:schemeClr>
                </a:solidFill>
              </a:rPr>
              <a:t>The first author name, second author name</a:t>
            </a:r>
          </a:p>
        </p:txBody>
      </p:sp>
      <p:sp>
        <p:nvSpPr>
          <p:cNvPr id="22" name="Rectangle 21">
            <a:extLst>
              <a:ext uri="{FF2B5EF4-FFF2-40B4-BE49-F238E27FC236}">
                <a16:creationId xmlns:a16="http://schemas.microsoft.com/office/drawing/2014/main" id="{E237A6BB-7AD1-ACC4-8F55-A3DABD6E5852}"/>
              </a:ext>
            </a:extLst>
          </p:cNvPr>
          <p:cNvSpPr/>
          <p:nvPr/>
        </p:nvSpPr>
        <p:spPr>
          <a:xfrm>
            <a:off x="447675" y="3475892"/>
            <a:ext cx="11791217" cy="721592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6733866-3CC9-FE0D-658B-2C92C7017AED}"/>
              </a:ext>
            </a:extLst>
          </p:cNvPr>
          <p:cNvSpPr txBox="1"/>
          <p:nvPr/>
        </p:nvSpPr>
        <p:spPr>
          <a:xfrm>
            <a:off x="808889" y="366951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INTRODUCTION</a:t>
            </a:r>
          </a:p>
        </p:txBody>
      </p:sp>
      <p:sp>
        <p:nvSpPr>
          <p:cNvPr id="25" name="TextBox 24">
            <a:extLst>
              <a:ext uri="{FF2B5EF4-FFF2-40B4-BE49-F238E27FC236}">
                <a16:creationId xmlns:a16="http://schemas.microsoft.com/office/drawing/2014/main" id="{7DCE9D50-0173-5934-B585-A6270F943100}"/>
              </a:ext>
            </a:extLst>
          </p:cNvPr>
          <p:cNvSpPr txBox="1"/>
          <p:nvPr/>
        </p:nvSpPr>
        <p:spPr>
          <a:xfrm>
            <a:off x="808889" y="4489139"/>
            <a:ext cx="10961080" cy="2677656"/>
          </a:xfrm>
          <a:prstGeom prst="rect">
            <a:avLst/>
          </a:prstGeom>
          <a:noFill/>
        </p:spPr>
        <p:txBody>
          <a:bodyPr wrap="square">
            <a:spAutoFit/>
          </a:bodyPr>
          <a:lstStyle/>
          <a:p>
            <a:r>
              <a:rPr lang="en-US" sz="2400" b="1" dirty="0">
                <a:latin typeface="Roboto" panose="02000000000000000000" pitchFamily="2" charset="0"/>
                <a:ea typeface="Roboto" panose="02000000000000000000" pitchFamily="2" charset="0"/>
              </a:rPr>
              <a:t>Smile spoke total few great had never their too. </a:t>
            </a:r>
          </a:p>
          <a:p>
            <a:r>
              <a:rPr lang="en-US" sz="2400" dirty="0">
                <a:latin typeface="Roboto" panose="02000000000000000000" pitchFamily="2" charset="0"/>
                <a:ea typeface="Roboto" panose="02000000000000000000" pitchFamily="2" charset="0"/>
              </a:rPr>
              <a:t>Amongst moments do in arrived at my replied. Fat weddings servants but man believed prospect. Companions under stood is as especially pian </a:t>
            </a:r>
            <a:r>
              <a:rPr lang="en-US" sz="2400" dirty="0" err="1">
                <a:latin typeface="Roboto" panose="02000000000000000000" pitchFamily="2" charset="0"/>
                <a:ea typeface="Roboto" panose="02000000000000000000" pitchFamily="2" charset="0"/>
              </a:rPr>
              <a:t>oforte</a:t>
            </a:r>
            <a:r>
              <a:rPr lang="en-US" sz="2400" dirty="0">
                <a:latin typeface="Roboto" panose="02000000000000000000" pitchFamily="2" charset="0"/>
                <a:ea typeface="Roboto" panose="02000000000000000000" pitchFamily="2" charset="0"/>
              </a:rPr>
              <a:t> connection introduced. Nay news paper can sportsman are admitting </a:t>
            </a:r>
            <a:r>
              <a:rPr lang="en-US" sz="2400" dirty="0" err="1">
                <a:latin typeface="Roboto" panose="02000000000000000000" pitchFamily="2" charset="0"/>
                <a:ea typeface="Roboto" panose="02000000000000000000" pitchFamily="2" charset="0"/>
              </a:rPr>
              <a:t>gentl</a:t>
            </a:r>
            <a:r>
              <a:rPr lang="en-US" sz="2400" dirty="0">
                <a:latin typeface="Roboto" panose="02000000000000000000" pitchFamily="2" charset="0"/>
                <a:ea typeface="Roboto" panose="02000000000000000000" pitchFamily="2" charset="0"/>
              </a:rPr>
              <a:t> </a:t>
            </a:r>
            <a:r>
              <a:rPr lang="en-US" sz="2400" dirty="0" err="1">
                <a:latin typeface="Roboto" panose="02000000000000000000" pitchFamily="2" charset="0"/>
                <a:ea typeface="Roboto" panose="02000000000000000000" pitchFamily="2" charset="0"/>
              </a:rPr>
              <a:t>eman</a:t>
            </a:r>
            <a:r>
              <a:rPr lang="en-US" sz="2400" dirty="0">
                <a:latin typeface="Roboto" panose="02000000000000000000" pitchFamily="2" charset="0"/>
                <a:ea typeface="Roboto" panose="02000000000000000000" pitchFamily="2" charset="0"/>
              </a:rPr>
              <a:t> belonging his. Is oppose no he summer lovers twenty in. Not his difficulty boisterous </a:t>
            </a:r>
            <a:r>
              <a:rPr lang="en-US" sz="2400" dirty="0" err="1">
                <a:latin typeface="Roboto" panose="02000000000000000000" pitchFamily="2" charset="0"/>
                <a:ea typeface="Roboto" panose="02000000000000000000" pitchFamily="2" charset="0"/>
              </a:rPr>
              <a:t>surr</a:t>
            </a:r>
            <a:r>
              <a:rPr lang="en-US" sz="2400" dirty="0">
                <a:latin typeface="Roboto" panose="02000000000000000000" pitchFamily="2" charset="0"/>
                <a:ea typeface="Roboto" panose="02000000000000000000" pitchFamily="2" charset="0"/>
              </a:rPr>
              <a:t> </a:t>
            </a:r>
            <a:r>
              <a:rPr lang="en-US" sz="2400" dirty="0" err="1">
                <a:latin typeface="Roboto" panose="02000000000000000000" pitchFamily="2" charset="0"/>
                <a:ea typeface="Roboto" panose="02000000000000000000" pitchFamily="2" charset="0"/>
              </a:rPr>
              <a:t>ounded</a:t>
            </a:r>
            <a:r>
              <a:rPr lang="en-US" sz="2400" dirty="0">
                <a:latin typeface="Roboto" panose="02000000000000000000" pitchFamily="2" charset="0"/>
                <a:ea typeface="Roboto" panose="02000000000000000000" pitchFamily="2" charset="0"/>
              </a:rPr>
              <a:t> bed. Seems folly if in given scale. Sex contented dependent conveying advantage can use. JUSTFREE SLIDE</a:t>
            </a:r>
          </a:p>
        </p:txBody>
      </p:sp>
      <p:sp>
        <p:nvSpPr>
          <p:cNvPr id="27" name="TextBox 26">
            <a:extLst>
              <a:ext uri="{FF2B5EF4-FFF2-40B4-BE49-F238E27FC236}">
                <a16:creationId xmlns:a16="http://schemas.microsoft.com/office/drawing/2014/main" id="{67CD727C-A8E0-F8D8-1017-447B6A1A0C33}"/>
              </a:ext>
            </a:extLst>
          </p:cNvPr>
          <p:cNvSpPr txBox="1"/>
          <p:nvPr/>
        </p:nvSpPr>
        <p:spPr>
          <a:xfrm>
            <a:off x="5624349" y="8460880"/>
            <a:ext cx="6145619" cy="1938992"/>
          </a:xfrm>
          <a:prstGeom prst="rect">
            <a:avLst/>
          </a:prstGeom>
          <a:noFill/>
        </p:spPr>
        <p:txBody>
          <a:bodyPr wrap="square">
            <a:spAutoFit/>
          </a:bodyPr>
          <a:lstStyle/>
          <a:p>
            <a:pPr algn="just"/>
            <a:r>
              <a:rPr lang="en-US" sz="2400" b="1" dirty="0">
                <a:latin typeface="Roboto" panose="02000000000000000000" pitchFamily="2" charset="0"/>
                <a:ea typeface="Roboto" panose="02000000000000000000" pitchFamily="2" charset="0"/>
              </a:rPr>
              <a:t>Up branch to easily missed by do. </a:t>
            </a:r>
          </a:p>
          <a:p>
            <a:pPr algn="just"/>
            <a:r>
              <a:rPr lang="en-US" sz="2400" dirty="0">
                <a:latin typeface="Roboto" panose="02000000000000000000" pitchFamily="2" charset="0"/>
                <a:ea typeface="Roboto" panose="02000000000000000000" pitchFamily="2" charset="0"/>
              </a:rPr>
              <a:t>Admiration considered ace </a:t>
            </a:r>
            <a:r>
              <a:rPr lang="en-US" sz="2400" dirty="0" err="1">
                <a:latin typeface="Roboto" panose="02000000000000000000" pitchFamily="2" charset="0"/>
                <a:ea typeface="Roboto" panose="02000000000000000000" pitchFamily="2" charset="0"/>
              </a:rPr>
              <a:t>pta</a:t>
            </a:r>
            <a:r>
              <a:rPr lang="en-US" sz="2400" dirty="0">
                <a:latin typeface="Roboto" panose="02000000000000000000" pitchFamily="2" charset="0"/>
                <a:ea typeface="Roboto" panose="02000000000000000000" pitchFamily="2" charset="0"/>
              </a:rPr>
              <a:t> </a:t>
            </a:r>
            <a:r>
              <a:rPr lang="en-US" sz="2400" dirty="0" err="1">
                <a:latin typeface="Roboto" panose="02000000000000000000" pitchFamily="2" charset="0"/>
                <a:ea typeface="Roboto" panose="02000000000000000000" pitchFamily="2" charset="0"/>
              </a:rPr>
              <a:t>nce</a:t>
            </a:r>
            <a:r>
              <a:rPr lang="en-US" sz="2400" dirty="0">
                <a:latin typeface="Roboto" panose="02000000000000000000" pitchFamily="2" charset="0"/>
                <a:ea typeface="Roboto" panose="02000000000000000000" pitchFamily="2" charset="0"/>
              </a:rPr>
              <a:t> too led one mela </a:t>
            </a:r>
            <a:r>
              <a:rPr lang="en-US" sz="2400" dirty="0" err="1">
                <a:latin typeface="Roboto" panose="02000000000000000000" pitchFamily="2" charset="0"/>
                <a:ea typeface="Roboto" panose="02000000000000000000" pitchFamily="2" charset="0"/>
              </a:rPr>
              <a:t>ncholy</a:t>
            </a:r>
            <a:r>
              <a:rPr lang="en-US" sz="2400" dirty="0">
                <a:latin typeface="Roboto" panose="02000000000000000000" pitchFamily="2" charset="0"/>
                <a:ea typeface="Roboto" panose="02000000000000000000" pitchFamily="2" charset="0"/>
              </a:rPr>
              <a:t> expression. Are will took form the nor true. Win ding enjoyed </a:t>
            </a:r>
            <a:r>
              <a:rPr lang="en-US" sz="2400" dirty="0" err="1">
                <a:latin typeface="Roboto" panose="02000000000000000000" pitchFamily="2" charset="0"/>
                <a:ea typeface="Roboto" panose="02000000000000000000" pitchFamily="2" charset="0"/>
              </a:rPr>
              <a:t>minuter</a:t>
            </a:r>
            <a:r>
              <a:rPr lang="en-US" sz="2400" dirty="0">
                <a:latin typeface="Roboto" panose="02000000000000000000" pitchFamily="2" charset="0"/>
                <a:ea typeface="Roboto" panose="02000000000000000000" pitchFamily="2" charset="0"/>
              </a:rPr>
              <a:t> her letters evident use eat. </a:t>
            </a:r>
          </a:p>
        </p:txBody>
      </p:sp>
      <p:pic>
        <p:nvPicPr>
          <p:cNvPr id="29" name="Picture 28" descr="A close-up of a person holding a syringe&#10;&#10;Description automatically generated">
            <a:extLst>
              <a:ext uri="{FF2B5EF4-FFF2-40B4-BE49-F238E27FC236}">
                <a16:creationId xmlns:a16="http://schemas.microsoft.com/office/drawing/2014/main" id="{843F874B-A7CF-66A6-BB06-15E74C995C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797" y="7325430"/>
            <a:ext cx="4384430" cy="2922953"/>
          </a:xfrm>
          <a:prstGeom prst="rect">
            <a:avLst/>
          </a:prstGeom>
        </p:spPr>
      </p:pic>
      <p:sp>
        <p:nvSpPr>
          <p:cNvPr id="30" name="Rectangle 29">
            <a:extLst>
              <a:ext uri="{FF2B5EF4-FFF2-40B4-BE49-F238E27FC236}">
                <a16:creationId xmlns:a16="http://schemas.microsoft.com/office/drawing/2014/main" id="{359463C6-D933-BA09-323F-786D7B6FF029}"/>
              </a:ext>
            </a:extLst>
          </p:cNvPr>
          <p:cNvSpPr/>
          <p:nvPr/>
        </p:nvSpPr>
        <p:spPr>
          <a:xfrm>
            <a:off x="5624349" y="7325430"/>
            <a:ext cx="6145619" cy="96108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 name="TextBox 31">
            <a:extLst>
              <a:ext uri="{FF2B5EF4-FFF2-40B4-BE49-F238E27FC236}">
                <a16:creationId xmlns:a16="http://schemas.microsoft.com/office/drawing/2014/main" id="{DC15B53D-D3D3-CEA6-406D-E1A8E5ACD84E}"/>
              </a:ext>
            </a:extLst>
          </p:cNvPr>
          <p:cNvSpPr txBox="1"/>
          <p:nvPr/>
        </p:nvSpPr>
        <p:spPr>
          <a:xfrm>
            <a:off x="6016737" y="7384255"/>
            <a:ext cx="1811215" cy="843436"/>
          </a:xfrm>
          <a:prstGeom prst="rect">
            <a:avLst/>
          </a:prstGeom>
          <a:noFill/>
        </p:spPr>
        <p:txBody>
          <a:bodyPr wrap="square">
            <a:spAutoFit/>
          </a:bodyPr>
          <a:lstStyle/>
          <a:p>
            <a:r>
              <a:rPr lang="en-US" dirty="0">
                <a:solidFill>
                  <a:schemeClr val="bg1"/>
                </a:solidFill>
              </a:rPr>
              <a:t>60%</a:t>
            </a:r>
          </a:p>
        </p:txBody>
      </p:sp>
      <p:sp>
        <p:nvSpPr>
          <p:cNvPr id="34" name="TextBox 33">
            <a:extLst>
              <a:ext uri="{FF2B5EF4-FFF2-40B4-BE49-F238E27FC236}">
                <a16:creationId xmlns:a16="http://schemas.microsoft.com/office/drawing/2014/main" id="{4679BC07-0212-AA10-C3BA-B8685AEB3839}"/>
              </a:ext>
            </a:extLst>
          </p:cNvPr>
          <p:cNvSpPr txBox="1"/>
          <p:nvPr/>
        </p:nvSpPr>
        <p:spPr>
          <a:xfrm>
            <a:off x="7590693" y="7452030"/>
            <a:ext cx="3944815" cy="707886"/>
          </a:xfrm>
          <a:prstGeom prst="rect">
            <a:avLst/>
          </a:prstGeom>
          <a:noFill/>
        </p:spPr>
        <p:txBody>
          <a:bodyPr wrap="square">
            <a:spAutoFit/>
          </a:bodyPr>
          <a:lstStyle/>
          <a:p>
            <a:r>
              <a:rPr lang="en-US" sz="2000" dirty="0">
                <a:solidFill>
                  <a:schemeClr val="bg1"/>
                </a:solidFill>
                <a:latin typeface="Roboto" panose="02000000000000000000" pitchFamily="2" charset="0"/>
                <a:ea typeface="Roboto" panose="02000000000000000000" pitchFamily="2" charset="0"/>
              </a:rPr>
              <a:t>Win ding enjoyed </a:t>
            </a:r>
            <a:r>
              <a:rPr lang="en-US" sz="2000" dirty="0" err="1">
                <a:solidFill>
                  <a:schemeClr val="bg1"/>
                </a:solidFill>
                <a:latin typeface="Roboto" panose="02000000000000000000" pitchFamily="2" charset="0"/>
                <a:ea typeface="Roboto" panose="02000000000000000000" pitchFamily="2" charset="0"/>
              </a:rPr>
              <a:t>minuter</a:t>
            </a:r>
            <a:r>
              <a:rPr lang="en-US" sz="2000" dirty="0">
                <a:solidFill>
                  <a:schemeClr val="bg1"/>
                </a:solidFill>
                <a:latin typeface="Roboto" panose="02000000000000000000" pitchFamily="2" charset="0"/>
                <a:ea typeface="Roboto" panose="02000000000000000000" pitchFamily="2" charset="0"/>
              </a:rPr>
              <a:t> her letters evident use eat. </a:t>
            </a:r>
            <a:endParaRPr lang="en-US" sz="2000" dirty="0">
              <a:solidFill>
                <a:schemeClr val="bg1"/>
              </a:solidFill>
            </a:endParaRPr>
          </a:p>
        </p:txBody>
      </p:sp>
      <p:sp>
        <p:nvSpPr>
          <p:cNvPr id="36" name="TextBox 35">
            <a:extLst>
              <a:ext uri="{FF2B5EF4-FFF2-40B4-BE49-F238E27FC236}">
                <a16:creationId xmlns:a16="http://schemas.microsoft.com/office/drawing/2014/main" id="{9A3E3553-6674-3021-2412-4E7DA7432491}"/>
              </a:ext>
            </a:extLst>
          </p:cNvPr>
          <p:cNvSpPr txBox="1"/>
          <p:nvPr/>
        </p:nvSpPr>
        <p:spPr>
          <a:xfrm>
            <a:off x="808889" y="11371571"/>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METHODS</a:t>
            </a:r>
          </a:p>
        </p:txBody>
      </p:sp>
      <p:pic>
        <p:nvPicPr>
          <p:cNvPr id="64" name="Graphic 63" descr="DNA outline">
            <a:extLst>
              <a:ext uri="{FF2B5EF4-FFF2-40B4-BE49-F238E27FC236}">
                <a16:creationId xmlns:a16="http://schemas.microsoft.com/office/drawing/2014/main" id="{083EBA0F-F174-59CB-BA5F-C43DD1E683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97306" y="12870531"/>
            <a:ext cx="914400" cy="914400"/>
          </a:xfrm>
          <a:prstGeom prst="rect">
            <a:avLst/>
          </a:prstGeom>
        </p:spPr>
      </p:pic>
      <p:pic>
        <p:nvPicPr>
          <p:cNvPr id="66" name="Graphic 65" descr="Germ outline">
            <a:extLst>
              <a:ext uri="{FF2B5EF4-FFF2-40B4-BE49-F238E27FC236}">
                <a16:creationId xmlns:a16="http://schemas.microsoft.com/office/drawing/2014/main" id="{D3747225-105F-D890-504B-981A32DBD57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05267" y="12870531"/>
            <a:ext cx="914400" cy="914400"/>
          </a:xfrm>
          <a:prstGeom prst="rect">
            <a:avLst/>
          </a:prstGeom>
        </p:spPr>
      </p:pic>
      <p:pic>
        <p:nvPicPr>
          <p:cNvPr id="68" name="Graphic 67" descr="Germ outline">
            <a:extLst>
              <a:ext uri="{FF2B5EF4-FFF2-40B4-BE49-F238E27FC236}">
                <a16:creationId xmlns:a16="http://schemas.microsoft.com/office/drawing/2014/main" id="{1E146B54-9522-684D-84C0-EFC7D23AB2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3824" y="12870531"/>
            <a:ext cx="914400" cy="914400"/>
          </a:xfrm>
          <a:prstGeom prst="rect">
            <a:avLst/>
          </a:prstGeom>
        </p:spPr>
      </p:pic>
      <p:pic>
        <p:nvPicPr>
          <p:cNvPr id="70" name="Graphic 69" descr="Immunity outline">
            <a:extLst>
              <a:ext uri="{FF2B5EF4-FFF2-40B4-BE49-F238E27FC236}">
                <a16:creationId xmlns:a16="http://schemas.microsoft.com/office/drawing/2014/main" id="{9D93233D-5DF2-B92F-AA1A-36A51377E02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46751" y="12870531"/>
            <a:ext cx="914400" cy="914400"/>
          </a:xfrm>
          <a:prstGeom prst="rect">
            <a:avLst/>
          </a:prstGeom>
        </p:spPr>
      </p:pic>
      <p:sp>
        <p:nvSpPr>
          <p:cNvPr id="72" name="TextBox 71">
            <a:extLst>
              <a:ext uri="{FF2B5EF4-FFF2-40B4-BE49-F238E27FC236}">
                <a16:creationId xmlns:a16="http://schemas.microsoft.com/office/drawing/2014/main" id="{7526E57F-DD96-00A2-4D89-E6041DFF7EF8}"/>
              </a:ext>
            </a:extLst>
          </p:cNvPr>
          <p:cNvSpPr txBox="1"/>
          <p:nvPr/>
        </p:nvSpPr>
        <p:spPr>
          <a:xfrm>
            <a:off x="2042274" y="12866066"/>
            <a:ext cx="1519919" cy="923330"/>
          </a:xfrm>
          <a:prstGeom prst="rect">
            <a:avLst/>
          </a:prstGeom>
          <a:noFill/>
        </p:spPr>
        <p:txBody>
          <a:bodyPr wrap="square">
            <a:spAutoFit/>
          </a:bodyPr>
          <a:lstStyle/>
          <a:p>
            <a:r>
              <a:rPr lang="en-US" sz="1800" dirty="0">
                <a:solidFill>
                  <a:schemeClr val="bg1"/>
                </a:solidFill>
                <a:latin typeface="Roboto" panose="02000000000000000000" pitchFamily="2" charset="0"/>
                <a:ea typeface="Roboto" panose="02000000000000000000" pitchFamily="2" charset="0"/>
              </a:rPr>
              <a:t>Admiration considered ace </a:t>
            </a:r>
            <a:r>
              <a:rPr lang="en-US" sz="1800" dirty="0" err="1">
                <a:solidFill>
                  <a:schemeClr val="bg1"/>
                </a:solidFill>
                <a:latin typeface="Roboto" panose="02000000000000000000" pitchFamily="2" charset="0"/>
                <a:ea typeface="Roboto" panose="02000000000000000000" pitchFamily="2" charset="0"/>
              </a:rPr>
              <a:t>pta</a:t>
            </a:r>
            <a:r>
              <a:rPr lang="en-US" sz="1800" dirty="0">
                <a:solidFill>
                  <a:schemeClr val="bg1"/>
                </a:solidFill>
                <a:latin typeface="Roboto" panose="02000000000000000000" pitchFamily="2" charset="0"/>
                <a:ea typeface="Roboto" panose="02000000000000000000" pitchFamily="2" charset="0"/>
              </a:rPr>
              <a:t> </a:t>
            </a:r>
            <a:r>
              <a:rPr lang="en-US" sz="1800" dirty="0" err="1">
                <a:solidFill>
                  <a:schemeClr val="bg1"/>
                </a:solidFill>
                <a:latin typeface="Roboto" panose="02000000000000000000" pitchFamily="2" charset="0"/>
                <a:ea typeface="Roboto" panose="02000000000000000000" pitchFamily="2" charset="0"/>
              </a:rPr>
              <a:t>nce</a:t>
            </a:r>
            <a:r>
              <a:rPr lang="en-US" sz="1800" dirty="0">
                <a:solidFill>
                  <a:schemeClr val="bg1"/>
                </a:solidFill>
                <a:latin typeface="Roboto" panose="02000000000000000000" pitchFamily="2" charset="0"/>
                <a:ea typeface="Roboto" panose="02000000000000000000" pitchFamily="2" charset="0"/>
              </a:rPr>
              <a:t> </a:t>
            </a:r>
            <a:endParaRPr lang="en-US" sz="1800" dirty="0">
              <a:solidFill>
                <a:schemeClr val="bg1"/>
              </a:solidFill>
            </a:endParaRPr>
          </a:p>
        </p:txBody>
      </p:sp>
      <p:sp>
        <p:nvSpPr>
          <p:cNvPr id="73" name="TextBox 72">
            <a:extLst>
              <a:ext uri="{FF2B5EF4-FFF2-40B4-BE49-F238E27FC236}">
                <a16:creationId xmlns:a16="http://schemas.microsoft.com/office/drawing/2014/main" id="{613E6E0E-1E1B-F283-BBEF-D0D74C9232FE}"/>
              </a:ext>
            </a:extLst>
          </p:cNvPr>
          <p:cNvSpPr txBox="1"/>
          <p:nvPr/>
        </p:nvSpPr>
        <p:spPr>
          <a:xfrm>
            <a:off x="7461858" y="12866066"/>
            <a:ext cx="1479677" cy="923330"/>
          </a:xfrm>
          <a:prstGeom prst="rect">
            <a:avLst/>
          </a:prstGeom>
          <a:noFill/>
        </p:spPr>
        <p:txBody>
          <a:bodyPr wrap="square">
            <a:spAutoFit/>
          </a:bodyPr>
          <a:lstStyle/>
          <a:p>
            <a:r>
              <a:rPr lang="en-US" sz="1800" dirty="0">
                <a:solidFill>
                  <a:schemeClr val="bg1"/>
                </a:solidFill>
                <a:latin typeface="Roboto" panose="02000000000000000000" pitchFamily="2" charset="0"/>
                <a:ea typeface="Roboto" panose="02000000000000000000" pitchFamily="2" charset="0"/>
              </a:rPr>
              <a:t>Admir </a:t>
            </a:r>
            <a:r>
              <a:rPr lang="en-US" sz="1800" dirty="0" err="1">
                <a:solidFill>
                  <a:schemeClr val="bg1"/>
                </a:solidFill>
                <a:latin typeface="Roboto" panose="02000000000000000000" pitchFamily="2" charset="0"/>
                <a:ea typeface="Roboto" panose="02000000000000000000" pitchFamily="2" charset="0"/>
              </a:rPr>
              <a:t>ation</a:t>
            </a:r>
            <a:r>
              <a:rPr lang="en-US" sz="1800" dirty="0">
                <a:solidFill>
                  <a:schemeClr val="bg1"/>
                </a:solidFill>
                <a:latin typeface="Roboto" panose="02000000000000000000" pitchFamily="2" charset="0"/>
                <a:ea typeface="Roboto" panose="02000000000000000000" pitchFamily="2" charset="0"/>
              </a:rPr>
              <a:t> considered ace </a:t>
            </a:r>
            <a:r>
              <a:rPr lang="en-US" sz="1800" dirty="0" err="1">
                <a:solidFill>
                  <a:schemeClr val="bg1"/>
                </a:solidFill>
                <a:latin typeface="Roboto" panose="02000000000000000000" pitchFamily="2" charset="0"/>
                <a:ea typeface="Roboto" panose="02000000000000000000" pitchFamily="2" charset="0"/>
              </a:rPr>
              <a:t>pta</a:t>
            </a:r>
            <a:r>
              <a:rPr lang="en-US" sz="1800" dirty="0">
                <a:solidFill>
                  <a:schemeClr val="bg1"/>
                </a:solidFill>
                <a:latin typeface="Roboto" panose="02000000000000000000" pitchFamily="2" charset="0"/>
                <a:ea typeface="Roboto" panose="02000000000000000000" pitchFamily="2" charset="0"/>
              </a:rPr>
              <a:t> </a:t>
            </a:r>
            <a:r>
              <a:rPr lang="en-US" sz="1800" dirty="0" err="1">
                <a:solidFill>
                  <a:schemeClr val="bg1"/>
                </a:solidFill>
                <a:latin typeface="Roboto" panose="02000000000000000000" pitchFamily="2" charset="0"/>
                <a:ea typeface="Roboto" panose="02000000000000000000" pitchFamily="2" charset="0"/>
              </a:rPr>
              <a:t>nce</a:t>
            </a:r>
            <a:r>
              <a:rPr lang="en-US" sz="1800" dirty="0">
                <a:solidFill>
                  <a:schemeClr val="bg1"/>
                </a:solidFill>
                <a:latin typeface="Roboto" panose="02000000000000000000" pitchFamily="2" charset="0"/>
                <a:ea typeface="Roboto" panose="02000000000000000000" pitchFamily="2" charset="0"/>
              </a:rPr>
              <a:t> </a:t>
            </a:r>
            <a:endParaRPr lang="en-US" sz="1800" dirty="0">
              <a:solidFill>
                <a:schemeClr val="bg1"/>
              </a:solidFill>
            </a:endParaRPr>
          </a:p>
        </p:txBody>
      </p:sp>
      <p:sp>
        <p:nvSpPr>
          <p:cNvPr id="74" name="TextBox 73">
            <a:extLst>
              <a:ext uri="{FF2B5EF4-FFF2-40B4-BE49-F238E27FC236}">
                <a16:creationId xmlns:a16="http://schemas.microsoft.com/office/drawing/2014/main" id="{B459B8BC-93A7-1E9E-8B3D-18047E10FE15}"/>
              </a:ext>
            </a:extLst>
          </p:cNvPr>
          <p:cNvSpPr txBox="1"/>
          <p:nvPr/>
        </p:nvSpPr>
        <p:spPr>
          <a:xfrm>
            <a:off x="4616233" y="12866066"/>
            <a:ext cx="1519919" cy="923330"/>
          </a:xfrm>
          <a:prstGeom prst="rect">
            <a:avLst/>
          </a:prstGeom>
          <a:noFill/>
        </p:spPr>
        <p:txBody>
          <a:bodyPr wrap="square">
            <a:spAutoFit/>
          </a:bodyPr>
          <a:lstStyle/>
          <a:p>
            <a:r>
              <a:rPr lang="en-US" sz="1800" dirty="0">
                <a:solidFill>
                  <a:schemeClr val="bg1"/>
                </a:solidFill>
                <a:latin typeface="Roboto" panose="02000000000000000000" pitchFamily="2" charset="0"/>
                <a:ea typeface="Roboto" panose="02000000000000000000" pitchFamily="2" charset="0"/>
              </a:rPr>
              <a:t>Admiration considered ace </a:t>
            </a:r>
            <a:r>
              <a:rPr lang="en-US" sz="1800" dirty="0" err="1">
                <a:solidFill>
                  <a:schemeClr val="bg1"/>
                </a:solidFill>
                <a:latin typeface="Roboto" panose="02000000000000000000" pitchFamily="2" charset="0"/>
                <a:ea typeface="Roboto" panose="02000000000000000000" pitchFamily="2" charset="0"/>
              </a:rPr>
              <a:t>pta</a:t>
            </a:r>
            <a:r>
              <a:rPr lang="en-US" sz="1800" dirty="0">
                <a:solidFill>
                  <a:schemeClr val="bg1"/>
                </a:solidFill>
                <a:latin typeface="Roboto" panose="02000000000000000000" pitchFamily="2" charset="0"/>
                <a:ea typeface="Roboto" panose="02000000000000000000" pitchFamily="2" charset="0"/>
              </a:rPr>
              <a:t> </a:t>
            </a:r>
            <a:r>
              <a:rPr lang="en-US" sz="1800" dirty="0" err="1">
                <a:solidFill>
                  <a:schemeClr val="bg1"/>
                </a:solidFill>
                <a:latin typeface="Roboto" panose="02000000000000000000" pitchFamily="2" charset="0"/>
                <a:ea typeface="Roboto" panose="02000000000000000000" pitchFamily="2" charset="0"/>
              </a:rPr>
              <a:t>nce</a:t>
            </a:r>
            <a:r>
              <a:rPr lang="en-US" sz="1800" dirty="0">
                <a:solidFill>
                  <a:schemeClr val="bg1"/>
                </a:solidFill>
                <a:latin typeface="Roboto" panose="02000000000000000000" pitchFamily="2" charset="0"/>
                <a:ea typeface="Roboto" panose="02000000000000000000" pitchFamily="2" charset="0"/>
              </a:rPr>
              <a:t> </a:t>
            </a:r>
            <a:endParaRPr lang="en-US" sz="1800" dirty="0">
              <a:solidFill>
                <a:schemeClr val="bg1"/>
              </a:solidFill>
            </a:endParaRPr>
          </a:p>
        </p:txBody>
      </p:sp>
      <p:sp>
        <p:nvSpPr>
          <p:cNvPr id="75" name="TextBox 74">
            <a:extLst>
              <a:ext uri="{FF2B5EF4-FFF2-40B4-BE49-F238E27FC236}">
                <a16:creationId xmlns:a16="http://schemas.microsoft.com/office/drawing/2014/main" id="{D230EA95-D970-F1FE-9F3F-A31A4221C364}"/>
              </a:ext>
            </a:extLst>
          </p:cNvPr>
          <p:cNvSpPr txBox="1"/>
          <p:nvPr/>
        </p:nvSpPr>
        <p:spPr>
          <a:xfrm>
            <a:off x="9922672" y="12866066"/>
            <a:ext cx="1519919" cy="923330"/>
          </a:xfrm>
          <a:prstGeom prst="rect">
            <a:avLst/>
          </a:prstGeom>
          <a:noFill/>
        </p:spPr>
        <p:txBody>
          <a:bodyPr wrap="square">
            <a:spAutoFit/>
          </a:bodyPr>
          <a:lstStyle/>
          <a:p>
            <a:r>
              <a:rPr lang="en-US" sz="1800" dirty="0">
                <a:solidFill>
                  <a:schemeClr val="bg1"/>
                </a:solidFill>
                <a:latin typeface="Roboto" panose="02000000000000000000" pitchFamily="2" charset="0"/>
                <a:ea typeface="Roboto" panose="02000000000000000000" pitchFamily="2" charset="0"/>
              </a:rPr>
              <a:t>Admiration considered ace </a:t>
            </a:r>
            <a:r>
              <a:rPr lang="en-US" sz="1800" dirty="0" err="1">
                <a:solidFill>
                  <a:schemeClr val="bg1"/>
                </a:solidFill>
                <a:latin typeface="Roboto" panose="02000000000000000000" pitchFamily="2" charset="0"/>
                <a:ea typeface="Roboto" panose="02000000000000000000" pitchFamily="2" charset="0"/>
              </a:rPr>
              <a:t>pta</a:t>
            </a:r>
            <a:r>
              <a:rPr lang="en-US" sz="1800" dirty="0">
                <a:solidFill>
                  <a:schemeClr val="bg1"/>
                </a:solidFill>
                <a:latin typeface="Roboto" panose="02000000000000000000" pitchFamily="2" charset="0"/>
                <a:ea typeface="Roboto" panose="02000000000000000000" pitchFamily="2" charset="0"/>
              </a:rPr>
              <a:t> </a:t>
            </a:r>
            <a:r>
              <a:rPr lang="en-US" sz="1800" dirty="0" err="1">
                <a:solidFill>
                  <a:schemeClr val="bg1"/>
                </a:solidFill>
                <a:latin typeface="Roboto" panose="02000000000000000000" pitchFamily="2" charset="0"/>
                <a:ea typeface="Roboto" panose="02000000000000000000" pitchFamily="2" charset="0"/>
              </a:rPr>
              <a:t>nce</a:t>
            </a:r>
            <a:r>
              <a:rPr lang="en-US" sz="1800" dirty="0">
                <a:solidFill>
                  <a:schemeClr val="bg1"/>
                </a:solidFill>
                <a:latin typeface="Roboto" panose="02000000000000000000" pitchFamily="2" charset="0"/>
                <a:ea typeface="Roboto" panose="02000000000000000000" pitchFamily="2" charset="0"/>
              </a:rPr>
              <a:t> </a:t>
            </a:r>
            <a:endParaRPr lang="en-US" sz="1800" dirty="0">
              <a:solidFill>
                <a:schemeClr val="bg1"/>
              </a:solidFill>
            </a:endParaRPr>
          </a:p>
        </p:txBody>
      </p:sp>
      <p:sp>
        <p:nvSpPr>
          <p:cNvPr id="77" name="TextBox 76">
            <a:extLst>
              <a:ext uri="{FF2B5EF4-FFF2-40B4-BE49-F238E27FC236}">
                <a16:creationId xmlns:a16="http://schemas.microsoft.com/office/drawing/2014/main" id="{0575814B-6BEB-64C1-C581-B91523197F50}"/>
              </a:ext>
            </a:extLst>
          </p:cNvPr>
          <p:cNvSpPr txBox="1"/>
          <p:nvPr/>
        </p:nvSpPr>
        <p:spPr>
          <a:xfrm>
            <a:off x="843797" y="14557061"/>
            <a:ext cx="10828512" cy="6370975"/>
          </a:xfrm>
          <a:prstGeom prst="rect">
            <a:avLst/>
          </a:prstGeom>
          <a:noFill/>
        </p:spPr>
        <p:txBody>
          <a:bodyPr wrap="square" numCol="2" spcCol="180000">
            <a:spAutoFit/>
          </a:bodyPr>
          <a:lstStyle/>
          <a:p>
            <a:r>
              <a:rPr lang="en-US" sz="2400" b="1" i="0" dirty="0">
                <a:solidFill>
                  <a:srgbClr val="000000"/>
                </a:solidFill>
                <a:effectLst/>
                <a:latin typeface="Roboto" panose="02000000000000000000" pitchFamily="2" charset="0"/>
                <a:ea typeface="Roboto" panose="02000000000000000000" pitchFamily="2" charset="0"/>
              </a:rPr>
              <a:t>1. Suppose end get boy warrant general natural. </a:t>
            </a:r>
          </a:p>
          <a:p>
            <a:r>
              <a:rPr lang="en-US" sz="2400" b="0" i="0" dirty="0">
                <a:solidFill>
                  <a:srgbClr val="000000"/>
                </a:solidFill>
                <a:effectLst/>
                <a:latin typeface="Roboto" panose="02000000000000000000" pitchFamily="2" charset="0"/>
                <a:ea typeface="Roboto" panose="02000000000000000000" pitchFamily="2" charset="0"/>
              </a:rPr>
              <a:t>Delightful met sufficient projection ask. Decisively everything principles if preference do impression of. Preserved oh so difficult repulsive on in household. In what do miss time be. Valley as be appear cannot so by. </a:t>
            </a:r>
          </a:p>
          <a:p>
            <a:endParaRPr lang="en-US" sz="2400" dirty="0">
              <a:solidFill>
                <a:srgbClr val="000000"/>
              </a:solidFill>
              <a:latin typeface="Roboto" panose="02000000000000000000" pitchFamily="2" charset="0"/>
              <a:ea typeface="Roboto" panose="02000000000000000000" pitchFamily="2" charset="0"/>
            </a:endParaRPr>
          </a:p>
          <a:p>
            <a:r>
              <a:rPr lang="en-US" sz="2400" b="0" i="0" dirty="0">
                <a:solidFill>
                  <a:srgbClr val="000000"/>
                </a:solidFill>
                <a:effectLst/>
                <a:latin typeface="Roboto" panose="02000000000000000000" pitchFamily="2" charset="0"/>
                <a:ea typeface="Roboto" panose="02000000000000000000" pitchFamily="2" charset="0"/>
              </a:rPr>
              <a:t>Convinced resembled dependent remainder led zealously his shy own belonging. Always length letter adieus add number moment she. </a:t>
            </a:r>
          </a:p>
          <a:p>
            <a:endParaRPr lang="en-US" sz="2400" dirty="0">
              <a:solidFill>
                <a:srgbClr val="000000"/>
              </a:solidFill>
              <a:latin typeface="Roboto" panose="02000000000000000000" pitchFamily="2" charset="0"/>
              <a:ea typeface="Roboto" panose="02000000000000000000" pitchFamily="2" charset="0"/>
            </a:endParaRPr>
          </a:p>
          <a:p>
            <a:r>
              <a:rPr lang="en-US" sz="2400" b="0" i="0" dirty="0">
                <a:solidFill>
                  <a:srgbClr val="000000"/>
                </a:solidFill>
                <a:effectLst/>
                <a:latin typeface="Roboto" panose="02000000000000000000" pitchFamily="2" charset="0"/>
                <a:ea typeface="Roboto" panose="02000000000000000000" pitchFamily="2" charset="0"/>
              </a:rPr>
              <a:t>Promise few compass six several old offices removal parties fat. </a:t>
            </a:r>
            <a:br>
              <a:rPr lang="en-US" sz="2400" dirty="0">
                <a:latin typeface="Roboto" panose="02000000000000000000" pitchFamily="2" charset="0"/>
                <a:ea typeface="Roboto" panose="02000000000000000000" pitchFamily="2" charset="0"/>
              </a:rPr>
            </a:br>
            <a:r>
              <a:rPr lang="en-US" sz="2400" b="1" dirty="0">
                <a:latin typeface="Roboto" panose="02000000000000000000" pitchFamily="2" charset="0"/>
                <a:ea typeface="Roboto" panose="02000000000000000000" pitchFamily="2" charset="0"/>
              </a:rPr>
              <a:t>2. </a:t>
            </a:r>
            <a:r>
              <a:rPr lang="en-US" sz="2400" b="1" i="0" dirty="0">
                <a:solidFill>
                  <a:srgbClr val="000000"/>
                </a:solidFill>
                <a:effectLst/>
                <a:latin typeface="Roboto" panose="02000000000000000000" pitchFamily="2" charset="0"/>
                <a:ea typeface="Roboto" panose="02000000000000000000" pitchFamily="2" charset="0"/>
              </a:rPr>
              <a:t>Finished her are its </a:t>
            </a:r>
            <a:r>
              <a:rPr lang="en-US" sz="2400" b="1" i="0" dirty="0" err="1">
                <a:solidFill>
                  <a:srgbClr val="000000"/>
                </a:solidFill>
                <a:effectLst/>
                <a:latin typeface="Roboto" panose="02000000000000000000" pitchFamily="2" charset="0"/>
                <a:ea typeface="Roboto" panose="02000000000000000000" pitchFamily="2" charset="0"/>
              </a:rPr>
              <a:t>honoured</a:t>
            </a:r>
            <a:r>
              <a:rPr lang="en-US" sz="2400" b="1" i="0" dirty="0">
                <a:solidFill>
                  <a:srgbClr val="000000"/>
                </a:solidFill>
                <a:effectLst/>
                <a:latin typeface="Roboto" panose="02000000000000000000" pitchFamily="2" charset="0"/>
                <a:ea typeface="Roboto" panose="02000000000000000000" pitchFamily="2" charset="0"/>
              </a:rPr>
              <a:t> drawings nor. </a:t>
            </a:r>
          </a:p>
          <a:p>
            <a:r>
              <a:rPr lang="en-US" sz="2400" b="0" i="0" dirty="0">
                <a:solidFill>
                  <a:srgbClr val="000000"/>
                </a:solidFill>
                <a:effectLst/>
                <a:latin typeface="Roboto" panose="02000000000000000000" pitchFamily="2" charset="0"/>
                <a:ea typeface="Roboto" panose="02000000000000000000" pitchFamily="2" charset="0"/>
              </a:rPr>
              <a:t>Pretty see mutual thrown all not </a:t>
            </a:r>
            <a:r>
              <a:rPr lang="en-US" sz="2400" b="0" i="0" dirty="0" err="1">
                <a:solidFill>
                  <a:srgbClr val="000000"/>
                </a:solidFill>
                <a:effectLst/>
                <a:latin typeface="Roboto" panose="02000000000000000000" pitchFamily="2" charset="0"/>
                <a:ea typeface="Roboto" panose="02000000000000000000" pitchFamily="2" charset="0"/>
              </a:rPr>
              <a:t>edward</a:t>
            </a:r>
            <a:r>
              <a:rPr lang="en-US" sz="2400" b="0" i="0" dirty="0">
                <a:solidFill>
                  <a:srgbClr val="000000"/>
                </a:solidFill>
                <a:effectLst/>
                <a:latin typeface="Roboto" panose="02000000000000000000" pitchFamily="2" charset="0"/>
                <a:ea typeface="Roboto" panose="02000000000000000000" pitchFamily="2" charset="0"/>
              </a:rPr>
              <a:t> ten. Particular an boisterous up he reasonably frequently. Several any had enjoyed shewing studied two. Up intention remainder sportsmen </a:t>
            </a:r>
            <a:r>
              <a:rPr lang="en-US" sz="2400" b="0" i="0" dirty="0" err="1">
                <a:solidFill>
                  <a:srgbClr val="000000"/>
                </a:solidFill>
                <a:effectLst/>
                <a:latin typeface="Roboto" panose="02000000000000000000" pitchFamily="2" charset="0"/>
                <a:ea typeface="Roboto" panose="02000000000000000000" pitchFamily="2" charset="0"/>
              </a:rPr>
              <a:t>behaviour</a:t>
            </a:r>
            <a:r>
              <a:rPr lang="en-US" sz="2400" b="0" i="0" dirty="0">
                <a:solidFill>
                  <a:srgbClr val="000000"/>
                </a:solidFill>
                <a:effectLst/>
                <a:latin typeface="Roboto" panose="02000000000000000000" pitchFamily="2" charset="0"/>
                <a:ea typeface="Roboto" panose="02000000000000000000" pitchFamily="2" charset="0"/>
              </a:rPr>
              <a:t> ye happiness. Few again any alone style added abode ask. </a:t>
            </a:r>
          </a:p>
          <a:p>
            <a:endParaRPr lang="en-US" sz="2400" dirty="0">
              <a:solidFill>
                <a:srgbClr val="000000"/>
              </a:solidFill>
              <a:latin typeface="Roboto" panose="02000000000000000000" pitchFamily="2" charset="0"/>
              <a:ea typeface="Roboto" panose="02000000000000000000" pitchFamily="2" charset="0"/>
            </a:endParaRPr>
          </a:p>
          <a:p>
            <a:r>
              <a:rPr lang="en-US" sz="2400" b="0" i="0" dirty="0">
                <a:solidFill>
                  <a:srgbClr val="000000"/>
                </a:solidFill>
                <a:effectLst/>
                <a:latin typeface="Roboto" panose="02000000000000000000" pitchFamily="2" charset="0"/>
                <a:ea typeface="Roboto" panose="02000000000000000000" pitchFamily="2" charset="0"/>
              </a:rPr>
              <a:t>Own six moments produce elderly pasture far arrival. Hold our year they ten upon. Gentleman contained so intention sweetness in on resolving. </a:t>
            </a:r>
            <a:r>
              <a:rPr lang="en-US" sz="2400" dirty="0">
                <a:latin typeface="Roboto" panose="02000000000000000000" pitchFamily="2" charset="0"/>
                <a:ea typeface="Roboto" panose="02000000000000000000" pitchFamily="2" charset="0"/>
              </a:rPr>
              <a:t>JUST FREE SLIDE</a:t>
            </a:r>
            <a:br>
              <a:rPr lang="en-US" sz="2400" dirty="0">
                <a:latin typeface="Roboto" panose="02000000000000000000" pitchFamily="2" charset="0"/>
                <a:ea typeface="Roboto" panose="02000000000000000000" pitchFamily="2" charset="0"/>
              </a:rPr>
            </a:br>
            <a:br>
              <a:rPr lang="en-US" sz="2400" dirty="0">
                <a:latin typeface="Roboto" panose="02000000000000000000" pitchFamily="2" charset="0"/>
                <a:ea typeface="Roboto" panose="02000000000000000000" pitchFamily="2" charset="0"/>
              </a:rPr>
            </a:br>
            <a:endParaRPr lang="en-US" sz="2400" dirty="0">
              <a:latin typeface="Roboto" panose="02000000000000000000" pitchFamily="2" charset="0"/>
              <a:ea typeface="Roboto" panose="02000000000000000000" pitchFamily="2" charset="0"/>
            </a:endParaRPr>
          </a:p>
        </p:txBody>
      </p:sp>
      <p:sp>
        <p:nvSpPr>
          <p:cNvPr id="78" name="Rectangle 77">
            <a:extLst>
              <a:ext uri="{FF2B5EF4-FFF2-40B4-BE49-F238E27FC236}">
                <a16:creationId xmlns:a16="http://schemas.microsoft.com/office/drawing/2014/main" id="{0BD045E8-0263-BE92-B076-2F84C81C9560}"/>
              </a:ext>
            </a:extLst>
          </p:cNvPr>
          <p:cNvSpPr/>
          <p:nvPr/>
        </p:nvSpPr>
        <p:spPr>
          <a:xfrm>
            <a:off x="12721721" y="3475892"/>
            <a:ext cx="17105817" cy="721592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4752709A-F5F1-6AFC-BD94-7E66F766A031}"/>
              </a:ext>
            </a:extLst>
          </p:cNvPr>
          <p:cNvSpPr txBox="1"/>
          <p:nvPr/>
        </p:nvSpPr>
        <p:spPr>
          <a:xfrm>
            <a:off x="13082935" y="366951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RESULTS</a:t>
            </a:r>
          </a:p>
        </p:txBody>
      </p:sp>
      <p:sp>
        <p:nvSpPr>
          <p:cNvPr id="80" name="Rectangle 79">
            <a:extLst>
              <a:ext uri="{FF2B5EF4-FFF2-40B4-BE49-F238E27FC236}">
                <a16:creationId xmlns:a16="http://schemas.microsoft.com/office/drawing/2014/main" id="{E529C46F-DB8B-27FD-7AED-7F013C5CC89A}"/>
              </a:ext>
            </a:extLst>
          </p:cNvPr>
          <p:cNvSpPr/>
          <p:nvPr/>
        </p:nvSpPr>
        <p:spPr>
          <a:xfrm>
            <a:off x="12721721" y="11177953"/>
            <a:ext cx="7488863"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A3EC1894-A296-0E14-1C43-2CEB27B89B99}"/>
              </a:ext>
            </a:extLst>
          </p:cNvPr>
          <p:cNvSpPr txBox="1"/>
          <p:nvPr/>
        </p:nvSpPr>
        <p:spPr>
          <a:xfrm>
            <a:off x="13082935" y="11371572"/>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CONCLUSION</a:t>
            </a:r>
          </a:p>
        </p:txBody>
      </p:sp>
      <p:sp>
        <p:nvSpPr>
          <p:cNvPr id="82" name="Rectangle 81">
            <a:extLst>
              <a:ext uri="{FF2B5EF4-FFF2-40B4-BE49-F238E27FC236}">
                <a16:creationId xmlns:a16="http://schemas.microsoft.com/office/drawing/2014/main" id="{61132B6E-B296-EA3C-A608-DC7CEBF889A5}"/>
              </a:ext>
            </a:extLst>
          </p:cNvPr>
          <p:cNvSpPr/>
          <p:nvPr/>
        </p:nvSpPr>
        <p:spPr>
          <a:xfrm>
            <a:off x="20693413" y="11216161"/>
            <a:ext cx="9134125"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6D140FF3-605D-538C-3BED-2BE19697C64A}"/>
              </a:ext>
            </a:extLst>
          </p:cNvPr>
          <p:cNvSpPr txBox="1"/>
          <p:nvPr/>
        </p:nvSpPr>
        <p:spPr>
          <a:xfrm>
            <a:off x="21054627" y="1140978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DISCUSSION</a:t>
            </a:r>
          </a:p>
        </p:txBody>
      </p:sp>
      <p:graphicFrame>
        <p:nvGraphicFramePr>
          <p:cNvPr id="84" name="Chart 83">
            <a:extLst>
              <a:ext uri="{FF2B5EF4-FFF2-40B4-BE49-F238E27FC236}">
                <a16:creationId xmlns:a16="http://schemas.microsoft.com/office/drawing/2014/main" id="{BF49345C-4F31-B5E3-01EE-354F79BE7D57}"/>
              </a:ext>
            </a:extLst>
          </p:cNvPr>
          <p:cNvGraphicFramePr/>
          <p:nvPr>
            <p:extLst>
              <p:ext uri="{D42A27DB-BD31-4B8C-83A1-F6EECF244321}">
                <p14:modId xmlns:p14="http://schemas.microsoft.com/office/powerpoint/2010/main" val="2979945074"/>
              </p:ext>
            </p:extLst>
          </p:nvPr>
        </p:nvGraphicFramePr>
        <p:xfrm>
          <a:off x="21289444" y="4329422"/>
          <a:ext cx="8369942" cy="2985321"/>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85" name="Chart 84">
            <a:extLst>
              <a:ext uri="{FF2B5EF4-FFF2-40B4-BE49-F238E27FC236}">
                <a16:creationId xmlns:a16="http://schemas.microsoft.com/office/drawing/2014/main" id="{CBBC238F-03EE-6910-9207-7259F8CFE751}"/>
              </a:ext>
            </a:extLst>
          </p:cNvPr>
          <p:cNvGraphicFramePr/>
          <p:nvPr>
            <p:extLst>
              <p:ext uri="{D42A27DB-BD31-4B8C-83A1-F6EECF244321}">
                <p14:modId xmlns:p14="http://schemas.microsoft.com/office/powerpoint/2010/main" val="4263856057"/>
              </p:ext>
            </p:extLst>
          </p:nvPr>
        </p:nvGraphicFramePr>
        <p:xfrm>
          <a:off x="13120165" y="7166795"/>
          <a:ext cx="7686450" cy="3233077"/>
        </p:xfrm>
        <a:graphic>
          <a:graphicData uri="http://schemas.openxmlformats.org/drawingml/2006/chart">
            <c:chart xmlns:c="http://schemas.openxmlformats.org/drawingml/2006/chart" xmlns:r="http://schemas.openxmlformats.org/officeDocument/2006/relationships" r:id="rId9"/>
          </a:graphicData>
        </a:graphic>
      </p:graphicFrame>
      <p:sp>
        <p:nvSpPr>
          <p:cNvPr id="87" name="TextBox 86">
            <a:extLst>
              <a:ext uri="{FF2B5EF4-FFF2-40B4-BE49-F238E27FC236}">
                <a16:creationId xmlns:a16="http://schemas.microsoft.com/office/drawing/2014/main" id="{7248E5EF-E9BA-8B2C-D035-1A0B83AD08FE}"/>
              </a:ext>
            </a:extLst>
          </p:cNvPr>
          <p:cNvSpPr txBox="1"/>
          <p:nvPr/>
        </p:nvSpPr>
        <p:spPr>
          <a:xfrm>
            <a:off x="13082935" y="4377396"/>
            <a:ext cx="7723680" cy="2677656"/>
          </a:xfrm>
          <a:prstGeom prst="rect">
            <a:avLst/>
          </a:prstGeom>
          <a:noFill/>
        </p:spPr>
        <p:txBody>
          <a:bodyPr wrap="square">
            <a:spAutoFit/>
          </a:bodyPr>
          <a:lstStyle/>
          <a:p>
            <a:r>
              <a:rPr lang="en-US" sz="2400" b="0" i="0" dirty="0">
                <a:solidFill>
                  <a:srgbClr val="000000"/>
                </a:solidFill>
                <a:effectLst/>
                <a:latin typeface="Roboto" panose="02000000000000000000" pitchFamily="2" charset="0"/>
                <a:ea typeface="Roboto" panose="02000000000000000000" pitchFamily="2" charset="0"/>
              </a:rPr>
              <a:t>She suspicion dejection saw instantly. Well deny may real one told yet saw hard dear. Bed chief house rapid right the. Set noisy one state tears which. No girl oh part must fact high </a:t>
            </a:r>
            <a:r>
              <a:rPr lang="en-US" sz="2400" dirty="0">
                <a:latin typeface="Roboto" panose="02000000000000000000" pitchFamily="2" charset="0"/>
                <a:ea typeface="Roboto" panose="02000000000000000000" pitchFamily="2" charset="0"/>
              </a:rPr>
              <a:t>JUSTFREE SLIDE  </a:t>
            </a:r>
            <a:r>
              <a:rPr lang="en-US" sz="2400" b="0" i="0" dirty="0">
                <a:solidFill>
                  <a:srgbClr val="000000"/>
                </a:solidFill>
                <a:effectLst/>
                <a:latin typeface="Roboto" panose="02000000000000000000" pitchFamily="2" charset="0"/>
                <a:ea typeface="Roboto" panose="02000000000000000000" pitchFamily="2" charset="0"/>
              </a:rPr>
              <a:t>my he. Simplicity in excellence melancholy as remarkably discovered. Own partiality motionless was old excellence she inquietude contrasted. </a:t>
            </a:r>
            <a:endParaRPr lang="en-US" sz="2400" dirty="0">
              <a:latin typeface="Roboto" panose="02000000000000000000" pitchFamily="2" charset="0"/>
              <a:ea typeface="Roboto" panose="02000000000000000000" pitchFamily="2" charset="0"/>
            </a:endParaRPr>
          </a:p>
        </p:txBody>
      </p:sp>
      <p:sp>
        <p:nvSpPr>
          <p:cNvPr id="89" name="TextBox 88">
            <a:extLst>
              <a:ext uri="{FF2B5EF4-FFF2-40B4-BE49-F238E27FC236}">
                <a16:creationId xmlns:a16="http://schemas.microsoft.com/office/drawing/2014/main" id="{EE48D742-D008-84AA-99D1-50C4CD86F644}"/>
              </a:ext>
            </a:extLst>
          </p:cNvPr>
          <p:cNvSpPr txBox="1"/>
          <p:nvPr/>
        </p:nvSpPr>
        <p:spPr>
          <a:xfrm>
            <a:off x="21289444" y="7446469"/>
            <a:ext cx="8369942" cy="3046988"/>
          </a:xfrm>
          <a:prstGeom prst="rect">
            <a:avLst/>
          </a:prstGeom>
          <a:noFill/>
        </p:spPr>
        <p:txBody>
          <a:bodyPr wrap="square">
            <a:spAutoFit/>
          </a:bodyPr>
          <a:lstStyle/>
          <a:p>
            <a:r>
              <a:rPr lang="en-US" sz="2400" b="0" i="0" dirty="0">
                <a:solidFill>
                  <a:srgbClr val="000000"/>
                </a:solidFill>
                <a:effectLst/>
                <a:latin typeface="Roboto" panose="02000000000000000000" pitchFamily="2" charset="0"/>
                <a:ea typeface="Roboto" panose="02000000000000000000" pitchFamily="2" charset="0"/>
              </a:rPr>
              <a:t>Sister giving so wicket cousin of an he rather marked. Of on game part body rich. Adapted </a:t>
            </a:r>
            <a:r>
              <a:rPr lang="en-US" sz="2400" b="0" i="0" dirty="0" err="1">
                <a:solidFill>
                  <a:srgbClr val="000000"/>
                </a:solidFill>
                <a:effectLst/>
                <a:latin typeface="Roboto" panose="02000000000000000000" pitchFamily="2" charset="0"/>
                <a:ea typeface="Roboto" panose="02000000000000000000" pitchFamily="2" charset="0"/>
              </a:rPr>
              <a:t>mr</a:t>
            </a:r>
            <a:r>
              <a:rPr lang="en-US" sz="2400" b="0" i="0" dirty="0">
                <a:solidFill>
                  <a:srgbClr val="000000"/>
                </a:solidFill>
                <a:effectLst/>
                <a:latin typeface="Roboto" panose="02000000000000000000" pitchFamily="2" charset="0"/>
                <a:ea typeface="Roboto" panose="02000000000000000000" pitchFamily="2" charset="0"/>
              </a:rPr>
              <a:t> savings venture it or </a:t>
            </a:r>
            <a:r>
              <a:rPr lang="en-US" sz="2400" dirty="0">
                <a:solidFill>
                  <a:srgbClr val="000000"/>
                </a:solidFill>
                <a:latin typeface="Roboto" panose="02000000000000000000" pitchFamily="2" charset="0"/>
                <a:ea typeface="Roboto" panose="02000000000000000000" pitchFamily="2" charset="0"/>
              </a:rPr>
              <a:t>comfort affixed friends.</a:t>
            </a:r>
          </a:p>
          <a:p>
            <a:pPr marL="342900" indent="-342900">
              <a:buFont typeface="Arial" panose="020B0604020202020204" pitchFamily="34" charset="0"/>
              <a:buChar char="•"/>
            </a:pPr>
            <a:r>
              <a:rPr lang="en-US" sz="2400" dirty="0">
                <a:solidFill>
                  <a:srgbClr val="000000"/>
                </a:solidFill>
                <a:latin typeface="Roboto" panose="02000000000000000000" pitchFamily="2" charset="0"/>
                <a:ea typeface="Roboto" panose="02000000000000000000" pitchFamily="2" charset="0"/>
              </a:rPr>
              <a:t>Do greatest at in learning steepest. Breakfast extremity suffering one who all otherwise suspected. </a:t>
            </a:r>
          </a:p>
          <a:p>
            <a:pPr marL="342900" indent="-342900">
              <a:buFont typeface="Arial" panose="020B0604020202020204" pitchFamily="34" charset="0"/>
              <a:buChar char="•"/>
            </a:pPr>
            <a:r>
              <a:rPr lang="en-US" sz="2400" dirty="0">
                <a:solidFill>
                  <a:srgbClr val="000000"/>
                </a:solidFill>
                <a:latin typeface="Roboto" panose="02000000000000000000" pitchFamily="2" charset="0"/>
                <a:ea typeface="Roboto" panose="02000000000000000000" pitchFamily="2" charset="0"/>
              </a:rPr>
              <a:t>He at no nothing forbade up moments. Wholly uneasy at missed be of pretty whence. </a:t>
            </a:r>
          </a:p>
          <a:p>
            <a:pPr marL="342900" indent="-342900">
              <a:buFont typeface="Arial" panose="020B0604020202020204" pitchFamily="34" charset="0"/>
              <a:buChar char="•"/>
            </a:pPr>
            <a:r>
              <a:rPr lang="en-US" sz="2400" dirty="0">
                <a:solidFill>
                  <a:srgbClr val="000000"/>
                </a:solidFill>
                <a:latin typeface="Roboto" panose="02000000000000000000" pitchFamily="2" charset="0"/>
                <a:ea typeface="Roboto" panose="02000000000000000000" pitchFamily="2" charset="0"/>
              </a:rPr>
              <a:t>John way sir high than law who week.</a:t>
            </a:r>
          </a:p>
        </p:txBody>
      </p:sp>
      <p:graphicFrame>
        <p:nvGraphicFramePr>
          <p:cNvPr id="90" name="Content Placeholder 4">
            <a:extLst>
              <a:ext uri="{FF2B5EF4-FFF2-40B4-BE49-F238E27FC236}">
                <a16:creationId xmlns:a16="http://schemas.microsoft.com/office/drawing/2014/main" id="{DFDCDF02-BEB5-8E30-E69C-02377951F07A}"/>
              </a:ext>
            </a:extLst>
          </p:cNvPr>
          <p:cNvGraphicFramePr>
            <a:graphicFrameLocks/>
          </p:cNvGraphicFramePr>
          <p:nvPr>
            <p:extLst>
              <p:ext uri="{D42A27DB-BD31-4B8C-83A1-F6EECF244321}">
                <p14:modId xmlns:p14="http://schemas.microsoft.com/office/powerpoint/2010/main" val="3897898763"/>
              </p:ext>
            </p:extLst>
          </p:nvPr>
        </p:nvGraphicFramePr>
        <p:xfrm>
          <a:off x="13118621" y="12394997"/>
          <a:ext cx="6778490" cy="3781426"/>
        </p:xfrm>
        <a:graphic>
          <a:graphicData uri="http://schemas.openxmlformats.org/drawingml/2006/table">
            <a:tbl>
              <a:tblPr firstRow="1" firstCol="1" bandRow="1">
                <a:tableStyleId>{5C22544A-7EE6-4342-B048-85BDC9FD1C3A}</a:tableStyleId>
              </a:tblPr>
              <a:tblGrid>
                <a:gridCol w="1355698">
                  <a:extLst>
                    <a:ext uri="{9D8B030D-6E8A-4147-A177-3AD203B41FA5}">
                      <a16:colId xmlns:a16="http://schemas.microsoft.com/office/drawing/2014/main" val="20000"/>
                    </a:ext>
                  </a:extLst>
                </a:gridCol>
                <a:gridCol w="1355698">
                  <a:extLst>
                    <a:ext uri="{9D8B030D-6E8A-4147-A177-3AD203B41FA5}">
                      <a16:colId xmlns:a16="http://schemas.microsoft.com/office/drawing/2014/main" val="20001"/>
                    </a:ext>
                  </a:extLst>
                </a:gridCol>
                <a:gridCol w="1355698">
                  <a:extLst>
                    <a:ext uri="{9D8B030D-6E8A-4147-A177-3AD203B41FA5}">
                      <a16:colId xmlns:a16="http://schemas.microsoft.com/office/drawing/2014/main" val="20002"/>
                    </a:ext>
                  </a:extLst>
                </a:gridCol>
                <a:gridCol w="1355698">
                  <a:extLst>
                    <a:ext uri="{9D8B030D-6E8A-4147-A177-3AD203B41FA5}">
                      <a16:colId xmlns:a16="http://schemas.microsoft.com/office/drawing/2014/main" val="20003"/>
                    </a:ext>
                  </a:extLst>
                </a:gridCol>
                <a:gridCol w="1355698">
                  <a:extLst>
                    <a:ext uri="{9D8B030D-6E8A-4147-A177-3AD203B41FA5}">
                      <a16:colId xmlns:a16="http://schemas.microsoft.com/office/drawing/2014/main" val="20004"/>
                    </a:ext>
                  </a:extLst>
                </a:gridCol>
              </a:tblGrid>
              <a:tr h="343766">
                <a:tc>
                  <a:txBody>
                    <a:bodyPr/>
                    <a:lstStyle/>
                    <a:p>
                      <a:endParaRPr lang="en-US" sz="1200" b="0" i="0" cap="none" spc="-20" dirty="0">
                        <a:solidFill>
                          <a:schemeClr val="tx1"/>
                        </a:solidFill>
                        <a:latin typeface="Roboto" panose="02000000000000000000" pitchFamily="2" charset="0"/>
                        <a:ea typeface="Roboto" panose="02000000000000000000" pitchFamily="2" charset="0"/>
                        <a:cs typeface="Source Sans Pro" charset="0"/>
                      </a:endParaRP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sz="1200" b="0" i="0" cap="none" spc="-20" baseline="0" dirty="0">
                          <a:solidFill>
                            <a:schemeClr val="bg1"/>
                          </a:solidFill>
                          <a:latin typeface="Roboto" panose="02000000000000000000" pitchFamily="2" charset="0"/>
                          <a:ea typeface="Roboto" panose="02000000000000000000" pitchFamily="2" charset="0"/>
                          <a:cs typeface="Source Sans Pro" charset="0"/>
                        </a:rPr>
                        <a:t>COLUMN 1</a:t>
                      </a:r>
                    </a:p>
                  </a:txBody>
                  <a:tcPr marL="87793" marR="87793" marT="43897" marB="43897"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sz="1200" b="0" i="0" cap="none" spc="-20" baseline="0" dirty="0">
                          <a:solidFill>
                            <a:schemeClr val="bg1"/>
                          </a:solidFill>
                          <a:latin typeface="Roboto" panose="02000000000000000000" pitchFamily="2" charset="0"/>
                          <a:ea typeface="Roboto" panose="02000000000000000000" pitchFamily="2" charset="0"/>
                          <a:cs typeface="Source Sans Pro" charset="0"/>
                        </a:rPr>
                        <a:t>COLUMN 2</a:t>
                      </a:r>
                    </a:p>
                  </a:txBody>
                  <a:tcPr marL="87793" marR="87793" marT="43897" marB="4389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sz="1200" b="0" i="0" cap="none" spc="-20" baseline="0" dirty="0">
                          <a:solidFill>
                            <a:schemeClr val="bg1"/>
                          </a:solidFill>
                          <a:latin typeface="Roboto" panose="02000000000000000000" pitchFamily="2" charset="0"/>
                          <a:ea typeface="Roboto" panose="02000000000000000000" pitchFamily="2" charset="0"/>
                          <a:cs typeface="Source Sans Pro" charset="0"/>
                        </a:rPr>
                        <a:t>COLUMN 3</a:t>
                      </a:r>
                    </a:p>
                  </a:txBody>
                  <a:tcPr marL="87793" marR="87793" marT="43897" marB="4389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a:txBody>
                    <a:bodyPr/>
                    <a:lstStyle/>
                    <a:p>
                      <a:pPr algn="ctr"/>
                      <a:r>
                        <a:rPr lang="en-US" sz="1200" b="0" i="0" cap="none" spc="-20" baseline="0" dirty="0">
                          <a:solidFill>
                            <a:schemeClr val="bg1"/>
                          </a:solidFill>
                          <a:latin typeface="Roboto" panose="02000000000000000000" pitchFamily="2" charset="0"/>
                          <a:ea typeface="Roboto" panose="02000000000000000000" pitchFamily="2" charset="0"/>
                          <a:cs typeface="Source Sans Pro" charset="0"/>
                        </a:rPr>
                        <a:t>COLUMN 4</a:t>
                      </a:r>
                    </a:p>
                  </a:txBody>
                  <a:tcPr marL="87793" marR="87793" marT="43897" marB="43897"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01</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328</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368</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388</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408</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02</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285</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325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345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365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03</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256</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296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316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336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04</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123</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163</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183</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203</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05</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532</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572</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592</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612</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06</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256</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296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316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336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07</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985</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1025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1045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1065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08</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645</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685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705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725</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343766">
                <a:tc>
                  <a:txBody>
                    <a:bodyPr/>
                    <a:lstStyle/>
                    <a:p>
                      <a:r>
                        <a:rPr lang="en-US" sz="1200" b="1" i="0" cap="none" spc="-20" dirty="0">
                          <a:solidFill>
                            <a:schemeClr val="tx1"/>
                          </a:solidFill>
                          <a:latin typeface="Roboto" panose="02000000000000000000" pitchFamily="2" charset="0"/>
                          <a:ea typeface="Roboto" panose="02000000000000000000" pitchFamily="2" charset="0"/>
                          <a:cs typeface="Source Sans Pro" charset="0"/>
                        </a:rPr>
                        <a:t>Row Sample 09</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766</a:t>
                      </a:r>
                    </a:p>
                  </a:txBody>
                  <a:tcPr marL="7722" marR="7722" marT="7722"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806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826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effectLst/>
                          <a:latin typeface="Roboto" panose="02000000000000000000" pitchFamily="2" charset="0"/>
                          <a:ea typeface="Roboto" panose="02000000000000000000" pitchFamily="2" charset="0"/>
                        </a:rPr>
                        <a:t>846</a:t>
                      </a:r>
                    </a:p>
                  </a:txBody>
                  <a:tcPr marL="7722" marR="7722" marT="772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9"/>
                  </a:ext>
                </a:extLst>
              </a:tr>
              <a:tr h="343766">
                <a:tc>
                  <a:txBody>
                    <a:bodyPr/>
                    <a:lstStyle/>
                    <a:p>
                      <a:r>
                        <a:rPr lang="en-US" sz="1200" b="1" i="0" cap="none" spc="-20" dirty="0">
                          <a:solidFill>
                            <a:schemeClr val="bg1"/>
                          </a:solidFill>
                          <a:latin typeface="Roboto" panose="02000000000000000000" pitchFamily="2" charset="0"/>
                          <a:ea typeface="Roboto" panose="02000000000000000000" pitchFamily="2" charset="0"/>
                          <a:cs typeface="Source Sans Pro" charset="0"/>
                        </a:rPr>
                        <a:t>Total Row</a:t>
                      </a:r>
                    </a:p>
                  </a:txBody>
                  <a:tcPr marL="87793" marR="87793" marT="43897" marB="43897"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C5C5C"/>
                    </a:solidFill>
                  </a:tcPr>
                </a:tc>
                <a:tc>
                  <a:txBody>
                    <a:bodyPr/>
                    <a:lstStyle/>
                    <a:p>
                      <a:pPr algn="ctr" fontAlgn="b"/>
                      <a:r>
                        <a:rPr lang="en-US" sz="1200" b="1" i="0" u="none" strike="noStrike" dirty="0">
                          <a:solidFill>
                            <a:schemeClr val="bg1"/>
                          </a:solidFill>
                          <a:effectLst/>
                          <a:latin typeface="Roboto" panose="02000000000000000000" pitchFamily="2" charset="0"/>
                          <a:ea typeface="Roboto" panose="02000000000000000000" pitchFamily="2" charset="0"/>
                        </a:rPr>
                        <a:t>4176</a:t>
                      </a:r>
                    </a:p>
                  </a:txBody>
                  <a:tcPr marL="9525" marR="9525" marT="9525"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C5C5C"/>
                    </a:solidFill>
                  </a:tcPr>
                </a:tc>
                <a:tc>
                  <a:txBody>
                    <a:bodyPr/>
                    <a:lstStyle/>
                    <a:p>
                      <a:pPr algn="ctr" fontAlgn="b"/>
                      <a:r>
                        <a:rPr lang="en-US" sz="1200" b="1" i="0" u="none" strike="noStrike" dirty="0">
                          <a:solidFill>
                            <a:schemeClr val="bg1"/>
                          </a:solidFill>
                          <a:effectLst/>
                          <a:latin typeface="Roboto" panose="02000000000000000000" pitchFamily="2" charset="0"/>
                          <a:ea typeface="Roboto" panose="02000000000000000000" pitchFamily="2" charset="0"/>
                        </a:rPr>
                        <a:t>4356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C5C5C"/>
                    </a:solidFill>
                  </a:tcPr>
                </a:tc>
                <a:tc>
                  <a:txBody>
                    <a:bodyPr/>
                    <a:lstStyle/>
                    <a:p>
                      <a:pPr algn="ctr" fontAlgn="b"/>
                      <a:r>
                        <a:rPr lang="en-US" sz="1200" b="1" i="0" u="none" strike="noStrike" dirty="0">
                          <a:solidFill>
                            <a:schemeClr val="bg1"/>
                          </a:solidFill>
                          <a:effectLst/>
                          <a:latin typeface="Roboto" panose="02000000000000000000" pitchFamily="2" charset="0"/>
                          <a:ea typeface="Roboto" panose="02000000000000000000" pitchFamily="2" charset="0"/>
                        </a:rPr>
                        <a:t>4536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C5C5C"/>
                    </a:solidFill>
                  </a:tcPr>
                </a:tc>
                <a:tc>
                  <a:txBody>
                    <a:bodyPr/>
                    <a:lstStyle/>
                    <a:p>
                      <a:pPr algn="ctr" fontAlgn="b"/>
                      <a:r>
                        <a:rPr lang="en-US" sz="1200" b="1" i="0" u="none" strike="noStrike" dirty="0">
                          <a:solidFill>
                            <a:schemeClr val="bg1"/>
                          </a:solidFill>
                          <a:effectLst/>
                          <a:latin typeface="Roboto" panose="02000000000000000000" pitchFamily="2" charset="0"/>
                          <a:ea typeface="Roboto" panose="02000000000000000000" pitchFamily="2" charset="0"/>
                        </a:rPr>
                        <a:t>4716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C5C5C"/>
                    </a:solidFill>
                  </a:tcPr>
                </a:tc>
                <a:extLst>
                  <a:ext uri="{0D108BD9-81ED-4DB2-BD59-A6C34878D82A}">
                    <a16:rowId xmlns:a16="http://schemas.microsoft.com/office/drawing/2014/main" val="10010"/>
                  </a:ext>
                </a:extLst>
              </a:tr>
            </a:tbl>
          </a:graphicData>
        </a:graphic>
      </p:graphicFrame>
      <p:sp>
        <p:nvSpPr>
          <p:cNvPr id="92" name="TextBox 91">
            <a:extLst>
              <a:ext uri="{FF2B5EF4-FFF2-40B4-BE49-F238E27FC236}">
                <a16:creationId xmlns:a16="http://schemas.microsoft.com/office/drawing/2014/main" id="{444339FA-B340-27B1-9D13-44A652F86804}"/>
              </a:ext>
            </a:extLst>
          </p:cNvPr>
          <p:cNvSpPr txBox="1"/>
          <p:nvPr/>
        </p:nvSpPr>
        <p:spPr>
          <a:xfrm>
            <a:off x="13118622" y="16370042"/>
            <a:ext cx="6778490" cy="3785652"/>
          </a:xfrm>
          <a:prstGeom prst="rect">
            <a:avLst/>
          </a:prstGeom>
          <a:noFill/>
        </p:spPr>
        <p:txBody>
          <a:bodyPr wrap="square">
            <a:spAutoFit/>
          </a:bodyPr>
          <a:lstStyle/>
          <a:p>
            <a:r>
              <a:rPr lang="en-US" sz="2400" b="1" i="0" dirty="0">
                <a:solidFill>
                  <a:srgbClr val="000000"/>
                </a:solidFill>
                <a:effectLst/>
                <a:latin typeface="Roboto" panose="02000000000000000000" pitchFamily="2" charset="0"/>
                <a:ea typeface="Roboto" panose="02000000000000000000" pitchFamily="2" charset="0"/>
              </a:rPr>
              <a:t>Guest it he tears aware as. Make my no cold of need. </a:t>
            </a:r>
          </a:p>
          <a:p>
            <a:pPr marL="457200" indent="-457200">
              <a:buFont typeface="+mj-lt"/>
              <a:buAutoNum type="arabicPeriod"/>
            </a:pPr>
            <a:r>
              <a:rPr lang="en-US" sz="2400" b="0" i="0" dirty="0">
                <a:solidFill>
                  <a:srgbClr val="000000"/>
                </a:solidFill>
                <a:effectLst/>
                <a:latin typeface="Roboto" panose="02000000000000000000" pitchFamily="2" charset="0"/>
                <a:ea typeface="Roboto" panose="02000000000000000000" pitchFamily="2" charset="0"/>
              </a:rPr>
              <a:t>He been past in by my hard. Warmly thrown oh he common future. </a:t>
            </a:r>
          </a:p>
          <a:p>
            <a:pPr marL="457200" indent="-457200">
              <a:buFont typeface="+mj-lt"/>
              <a:buAutoNum type="arabicPeriod"/>
            </a:pPr>
            <a:r>
              <a:rPr lang="en-US" sz="2400" b="0" i="0" dirty="0">
                <a:solidFill>
                  <a:srgbClr val="000000"/>
                </a:solidFill>
                <a:effectLst/>
                <a:latin typeface="Roboto" panose="02000000000000000000" pitchFamily="2" charset="0"/>
                <a:ea typeface="Roboto" panose="02000000000000000000" pitchFamily="2" charset="0"/>
              </a:rPr>
              <a:t>Otherwise concealed </a:t>
            </a:r>
            <a:r>
              <a:rPr lang="en-US" sz="2400" b="0" i="0" dirty="0" err="1">
                <a:solidFill>
                  <a:srgbClr val="000000"/>
                </a:solidFill>
                <a:effectLst/>
                <a:latin typeface="Roboto" panose="02000000000000000000" pitchFamily="2" charset="0"/>
                <a:ea typeface="Roboto" panose="02000000000000000000" pitchFamily="2" charset="0"/>
              </a:rPr>
              <a:t>favourite</a:t>
            </a:r>
            <a:r>
              <a:rPr lang="en-US" sz="2400" b="0" i="0" dirty="0">
                <a:solidFill>
                  <a:srgbClr val="000000"/>
                </a:solidFill>
                <a:effectLst/>
                <a:latin typeface="Roboto" panose="02000000000000000000" pitchFamily="2" charset="0"/>
                <a:ea typeface="Roboto" panose="02000000000000000000" pitchFamily="2" charset="0"/>
              </a:rPr>
              <a:t> frankness on be at </a:t>
            </a:r>
            <a:r>
              <a:rPr lang="en-US" sz="2400" b="0" i="0" dirty="0" err="1">
                <a:solidFill>
                  <a:srgbClr val="000000"/>
                </a:solidFill>
                <a:effectLst/>
                <a:latin typeface="Roboto" panose="02000000000000000000" pitchFamily="2" charset="0"/>
                <a:ea typeface="Roboto" panose="02000000000000000000" pitchFamily="2" charset="0"/>
              </a:rPr>
              <a:t>dashwoods</a:t>
            </a:r>
            <a:r>
              <a:rPr lang="en-US" sz="2400" b="0" i="0" dirty="0">
                <a:solidFill>
                  <a:srgbClr val="000000"/>
                </a:solidFill>
                <a:effectLst/>
                <a:latin typeface="Roboto" panose="02000000000000000000" pitchFamily="2" charset="0"/>
                <a:ea typeface="Roboto" panose="02000000000000000000" pitchFamily="2" charset="0"/>
              </a:rPr>
              <a:t> defective at. </a:t>
            </a:r>
          </a:p>
          <a:p>
            <a:pPr marL="457200" indent="-457200">
              <a:buFont typeface="+mj-lt"/>
              <a:buAutoNum type="arabicPeriod"/>
            </a:pPr>
            <a:r>
              <a:rPr lang="en-US" sz="2400" b="0" i="0" dirty="0">
                <a:solidFill>
                  <a:srgbClr val="000000"/>
                </a:solidFill>
                <a:effectLst/>
                <a:latin typeface="Roboto" panose="02000000000000000000" pitchFamily="2" charset="0"/>
                <a:ea typeface="Roboto" panose="02000000000000000000" pitchFamily="2" charset="0"/>
              </a:rPr>
              <a:t>Sympathize interested simplicity at do projecting increasing terminated. </a:t>
            </a:r>
          </a:p>
          <a:p>
            <a:r>
              <a:rPr lang="en-US" sz="2400" b="0" i="0" dirty="0">
                <a:solidFill>
                  <a:srgbClr val="000000"/>
                </a:solidFill>
                <a:effectLst/>
                <a:latin typeface="Roboto" panose="02000000000000000000" pitchFamily="2" charset="0"/>
                <a:ea typeface="Roboto" panose="02000000000000000000" pitchFamily="2" charset="0"/>
              </a:rPr>
              <a:t>As </a:t>
            </a:r>
            <a:r>
              <a:rPr lang="en-US" sz="2400" b="0" i="0" dirty="0" err="1">
                <a:solidFill>
                  <a:srgbClr val="000000"/>
                </a:solidFill>
                <a:effectLst/>
                <a:latin typeface="Roboto" panose="02000000000000000000" pitchFamily="2" charset="0"/>
                <a:ea typeface="Roboto" panose="02000000000000000000" pitchFamily="2" charset="0"/>
              </a:rPr>
              <a:t>edward</a:t>
            </a:r>
            <a:r>
              <a:rPr lang="en-US" sz="2400" b="0" i="0" dirty="0">
                <a:solidFill>
                  <a:srgbClr val="000000"/>
                </a:solidFill>
                <a:effectLst/>
                <a:latin typeface="Roboto" panose="02000000000000000000" pitchFamily="2" charset="0"/>
                <a:ea typeface="Roboto" panose="02000000000000000000" pitchFamily="2" charset="0"/>
              </a:rPr>
              <a:t> settle limits at in. Improved so strictly produced answered elegance is.</a:t>
            </a:r>
            <a:endParaRPr lang="en-US" sz="2400" dirty="0">
              <a:latin typeface="Roboto" panose="02000000000000000000" pitchFamily="2" charset="0"/>
              <a:ea typeface="Roboto" panose="02000000000000000000" pitchFamily="2" charset="0"/>
            </a:endParaRPr>
          </a:p>
        </p:txBody>
      </p:sp>
      <p:sp>
        <p:nvSpPr>
          <p:cNvPr id="94" name="TextBox 93">
            <a:extLst>
              <a:ext uri="{FF2B5EF4-FFF2-40B4-BE49-F238E27FC236}">
                <a16:creationId xmlns:a16="http://schemas.microsoft.com/office/drawing/2014/main" id="{A4BF6E72-2FF4-0104-C88A-FDBA89D0E0E4}"/>
              </a:ext>
            </a:extLst>
          </p:cNvPr>
          <p:cNvSpPr txBox="1"/>
          <p:nvPr/>
        </p:nvSpPr>
        <p:spPr>
          <a:xfrm>
            <a:off x="21054627" y="12420419"/>
            <a:ext cx="8376789" cy="6370975"/>
          </a:xfrm>
          <a:prstGeom prst="rect">
            <a:avLst/>
          </a:prstGeom>
          <a:noFill/>
        </p:spPr>
        <p:txBody>
          <a:bodyPr wrap="square">
            <a:spAutoFit/>
          </a:bodyPr>
          <a:lstStyle/>
          <a:p>
            <a:r>
              <a:rPr lang="en-US" sz="2400" b="1" i="0" dirty="0">
                <a:solidFill>
                  <a:srgbClr val="000000"/>
                </a:solidFill>
                <a:effectLst/>
                <a:latin typeface="Roboto" panose="02000000000000000000" pitchFamily="2" charset="0"/>
                <a:ea typeface="Roboto" panose="02000000000000000000" pitchFamily="2" charset="0"/>
              </a:rPr>
              <a:t>Why end might ask civil again spoil. She dinner she our horses depend. Remember at children by reserved to vicinity. In affronting unreserved delightful simplicity ye. </a:t>
            </a:r>
          </a:p>
          <a:p>
            <a:endParaRPr lang="en-US" sz="2400" dirty="0">
              <a:solidFill>
                <a:srgbClr val="000000"/>
              </a:solidFill>
              <a:latin typeface="Roboto" panose="02000000000000000000" pitchFamily="2" charset="0"/>
              <a:ea typeface="Roboto" panose="02000000000000000000" pitchFamily="2" charset="0"/>
            </a:endParaRPr>
          </a:p>
          <a:p>
            <a:r>
              <a:rPr lang="en-US" sz="2400" b="0" i="0" dirty="0">
                <a:solidFill>
                  <a:srgbClr val="000000"/>
                </a:solidFill>
                <a:effectLst/>
                <a:latin typeface="Roboto" panose="02000000000000000000" pitchFamily="2" charset="0"/>
                <a:ea typeface="Roboto" panose="02000000000000000000" pitchFamily="2" charset="0"/>
              </a:rPr>
              <a:t>Law own advantage furniture continual sweetness bed agreeable perpetual. Oh song well four only head busy it. Afford son she had lively living. Tastes lovers myself too formal season our valley boy. Lived it their </a:t>
            </a:r>
            <a:r>
              <a:rPr lang="en-US" sz="2400" b="0" i="0" dirty="0" err="1">
                <a:solidFill>
                  <a:srgbClr val="000000"/>
                </a:solidFill>
                <a:effectLst/>
                <a:latin typeface="Roboto" panose="02000000000000000000" pitchFamily="2" charset="0"/>
                <a:ea typeface="Roboto" panose="02000000000000000000" pitchFamily="2" charset="0"/>
              </a:rPr>
              <a:t>their</a:t>
            </a:r>
            <a:r>
              <a:rPr lang="en-US" sz="2400" b="0" i="0" dirty="0">
                <a:solidFill>
                  <a:srgbClr val="000000"/>
                </a:solidFill>
                <a:effectLst/>
                <a:latin typeface="Roboto" panose="02000000000000000000" pitchFamily="2" charset="0"/>
                <a:ea typeface="Roboto" panose="02000000000000000000" pitchFamily="2" charset="0"/>
              </a:rPr>
              <a:t> walls might to by young.</a:t>
            </a:r>
            <a:br>
              <a:rPr lang="en-US" sz="2400" dirty="0">
                <a:latin typeface="Roboto" panose="02000000000000000000" pitchFamily="2" charset="0"/>
                <a:ea typeface="Roboto" panose="02000000000000000000" pitchFamily="2" charset="0"/>
              </a:rPr>
            </a:br>
            <a:br>
              <a:rPr lang="en-US" sz="2400" dirty="0">
                <a:latin typeface="Roboto" panose="02000000000000000000" pitchFamily="2" charset="0"/>
                <a:ea typeface="Roboto" panose="02000000000000000000" pitchFamily="2" charset="0"/>
              </a:rPr>
            </a:br>
            <a:r>
              <a:rPr lang="en-US" sz="2400" b="0" i="0" dirty="0">
                <a:solidFill>
                  <a:srgbClr val="000000"/>
                </a:solidFill>
                <a:effectLst/>
                <a:latin typeface="Roboto" panose="02000000000000000000" pitchFamily="2" charset="0"/>
                <a:ea typeface="Roboto" panose="02000000000000000000" pitchFamily="2" charset="0"/>
              </a:rPr>
              <a:t>In it except to so temper mutual tastes mother. Interested cultivated its continuing now yet are. Out interested acceptance our partiality affronting unpleasant why add. Esteem garden men yet shy course. </a:t>
            </a:r>
            <a:r>
              <a:rPr lang="en-US" sz="2400" dirty="0">
                <a:latin typeface="Roboto" panose="02000000000000000000" pitchFamily="2" charset="0"/>
                <a:ea typeface="Roboto" panose="02000000000000000000" pitchFamily="2" charset="0"/>
              </a:rPr>
              <a:t>JUSTFREE SLIDE  </a:t>
            </a:r>
            <a:r>
              <a:rPr lang="en-US" sz="2400" b="0" i="0" dirty="0">
                <a:solidFill>
                  <a:srgbClr val="000000"/>
                </a:solidFill>
                <a:effectLst/>
                <a:latin typeface="Roboto" panose="02000000000000000000" pitchFamily="2" charset="0"/>
                <a:ea typeface="Roboto" panose="02000000000000000000" pitchFamily="2" charset="0"/>
              </a:rPr>
              <a:t>Consulted up my tolerably sometimes perpetual oh. Expression acceptance imprudence particular had eat unsatiable.</a:t>
            </a:r>
            <a:endParaRPr lang="en-US" sz="24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869211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757</Words>
  <Application>Microsoft Office PowerPoint</Application>
  <PresentationFormat>Custom</PresentationFormat>
  <Paragraphs>96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Roboto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Wu</dc:creator>
  <cp:lastModifiedBy>Adams, Harry</cp:lastModifiedBy>
  <cp:revision>11</cp:revision>
  <dcterms:created xsi:type="dcterms:W3CDTF">2024-07-08T07:49:34Z</dcterms:created>
  <dcterms:modified xsi:type="dcterms:W3CDTF">2026-08-19T10:16:38Z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52e85c4-bae3-4de6-b411-a1490451a9c2_Enabled">
    <vt:lpwstr>true</vt:lpwstr>
  </property>
  <property fmtid="{D5CDD505-2E9C-101B-9397-08002B2CF9AE}" pid="3" name="MSIP_Label_052e85c4-bae3-4de6-b411-a1490451a9c2_SetDate">
    <vt:lpwstr>2026-08-19T10:16:37Z</vt:lpwstr>
  </property>
  <property fmtid="{D5CDD505-2E9C-101B-9397-08002B2CF9AE}" pid="4" name="MSIP_Label_052e85c4-bae3-4de6-b411-a1490451a9c2_Method">
    <vt:lpwstr>Standard</vt:lpwstr>
  </property>
  <property fmtid="{D5CDD505-2E9C-101B-9397-08002B2CF9AE}" pid="5" name="MSIP_Label_052e85c4-bae3-4de6-b411-a1490451a9c2_Name">
    <vt:lpwstr>Unrestricted</vt:lpwstr>
  </property>
  <property fmtid="{D5CDD505-2E9C-101B-9397-08002B2CF9AE}" pid="6" name="MSIP_Label_052e85c4-bae3-4de6-b411-a1490451a9c2_SiteId">
    <vt:lpwstr>26583ed4-9ffc-46c2-9d1a-f0ca35a30a8d</vt:lpwstr>
  </property>
  <property fmtid="{D5CDD505-2E9C-101B-9397-08002B2CF9AE}" pid="7" name="MSIP_Label_052e85c4-bae3-4de6-b411-a1490451a9c2_ActionId">
    <vt:lpwstr>9d61d6e5-d84d-48bb-9ab3-f8b67406af22</vt:lpwstr>
  </property>
  <property fmtid="{D5CDD505-2E9C-101B-9397-08002B2CF9AE}" pid="8" name="MSIP_Label_052e85c4-bae3-4de6-b411-a1490451a9c2_ContentBits">
    <vt:lpwstr>0</vt:lpwstr>
  </property>
  <property fmtid="{D5CDD505-2E9C-101B-9397-08002B2CF9AE}" pid="9" name="MSIP_Label_052e85c4-bae3-4de6-b411-a1490451a9c2_Tag">
    <vt:lpwstr>10, 3, 0, 1</vt:lpwstr>
  </property>
</Properties>
</file>